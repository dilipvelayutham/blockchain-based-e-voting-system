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Lst>
  <p:sldSz cy="6858000" cx="12192000"/>
  <p:notesSz cx="7559675" cy="106918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bold.fntdata"/><Relationship Id="rId11" Type="http://schemas.openxmlformats.org/officeDocument/2006/relationships/slide" Target="slides/slide3.xml"/><Relationship Id="rId22" Type="http://schemas.openxmlformats.org/officeDocument/2006/relationships/font" Target="fonts/CenturyGothic-boldItalic.fntdata"/><Relationship Id="rId10" Type="http://schemas.openxmlformats.org/officeDocument/2006/relationships/slide" Target="slides/slide2.xml"/><Relationship Id="rId21" Type="http://schemas.openxmlformats.org/officeDocument/2006/relationships/font" Target="fonts/CenturyGothic-italic.fntdata"/><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3.xml"/><Relationship Id="rId19" Type="http://schemas.openxmlformats.org/officeDocument/2006/relationships/font" Target="fonts/CenturyGothic-regular.fntdata"/><Relationship Id="rId6" Type="http://schemas.openxmlformats.org/officeDocument/2006/relationships/slideMaster" Target="slideMasters/slideMaster4.xml"/><Relationship Id="rId18" Type="http://schemas.openxmlformats.org/officeDocument/2006/relationships/slide" Target="slides/slide10.xml"/><Relationship Id="rId7" Type="http://schemas.openxmlformats.org/officeDocument/2006/relationships/slideMaster" Target="slideMasters/slideMaster5.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 type="subTitle"/>
          </p:nvPr>
        </p:nvSpPr>
        <p:spPr>
          <a:xfrm>
            <a:off x="1371600" y="3632040"/>
            <a:ext cx="9448920" cy="685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 name="Shape 16"/>
        <p:cNvGrpSpPr/>
        <p:nvPr/>
      </p:nvGrpSpPr>
      <p:grpSpPr>
        <a:xfrm>
          <a:off x="0" y="0"/>
          <a:ext cx="0" cy="0"/>
          <a:chOff x="0" y="0"/>
          <a:chExt cx="0" cy="0"/>
        </a:xfrm>
      </p:grpSpPr>
      <p:sp>
        <p:nvSpPr>
          <p:cNvPr id="17" name="Google Shape;17;p4"/>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
          <p:cNvSpPr txBox="1"/>
          <p:nvPr>
            <p:ph idx="1" type="body"/>
          </p:nvPr>
        </p:nvSpPr>
        <p:spPr>
          <a:xfrm>
            <a:off x="1371600" y="3632040"/>
            <a:ext cx="944892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 name="Shape 19"/>
        <p:cNvGrpSpPr/>
        <p:nvPr/>
      </p:nvGrpSpPr>
      <p:grpSpPr>
        <a:xfrm>
          <a:off x="0" y="0"/>
          <a:ext cx="0" cy="0"/>
          <a:chOff x="0" y="0"/>
          <a:chExt cx="0" cy="0"/>
        </a:xfrm>
      </p:grpSpPr>
      <p:sp>
        <p:nvSpPr>
          <p:cNvPr id="20" name="Google Shape;20;p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5"/>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7"/>
          <p:cNvSpPr txBox="1"/>
          <p:nvPr>
            <p:ph idx="1" type="subTitle"/>
          </p:nvPr>
        </p:nvSpPr>
        <p:spPr>
          <a:xfrm>
            <a:off x="1371600" y="1803240"/>
            <a:ext cx="9448920" cy="8461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8"/>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8"/>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8"/>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9"/>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9"/>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9"/>
          <p:cNvSpPr txBox="1"/>
          <p:nvPr>
            <p:ph idx="3"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10"/>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0"/>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0"/>
          <p:cNvSpPr txBox="1"/>
          <p:nvPr>
            <p:ph idx="3"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11"/>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idx="1" type="body"/>
          </p:nvPr>
        </p:nvSpPr>
        <p:spPr>
          <a:xfrm>
            <a:off x="1371600" y="36320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1"/>
          <p:cNvSpPr txBox="1"/>
          <p:nvPr>
            <p:ph idx="2"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1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4"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13"/>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 type="body"/>
          </p:nvPr>
        </p:nvSpPr>
        <p:spPr>
          <a:xfrm>
            <a:off x="1371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2" type="body"/>
          </p:nvPr>
        </p:nvSpPr>
        <p:spPr>
          <a:xfrm>
            <a:off x="4566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3" type="body"/>
          </p:nvPr>
        </p:nvSpPr>
        <p:spPr>
          <a:xfrm>
            <a:off x="776124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4" type="body"/>
          </p:nvPr>
        </p:nvSpPr>
        <p:spPr>
          <a:xfrm>
            <a:off x="1371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5" type="body"/>
          </p:nvPr>
        </p:nvSpPr>
        <p:spPr>
          <a:xfrm>
            <a:off x="4566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6" type="body"/>
          </p:nvPr>
        </p:nvSpPr>
        <p:spPr>
          <a:xfrm>
            <a:off x="776124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 name="Shape 6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 type="subTitle"/>
          </p:nvPr>
        </p:nvSpPr>
        <p:spPr>
          <a:xfrm>
            <a:off x="1371600" y="3632040"/>
            <a:ext cx="9448920" cy="685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1" name="Shape 71"/>
        <p:cNvGrpSpPr/>
        <p:nvPr/>
      </p:nvGrpSpPr>
      <p:grpSpPr>
        <a:xfrm>
          <a:off x="0" y="0"/>
          <a:ext cx="0" cy="0"/>
          <a:chOff x="0" y="0"/>
          <a:chExt cx="0" cy="0"/>
        </a:xfrm>
      </p:grpSpPr>
      <p:sp>
        <p:nvSpPr>
          <p:cNvPr id="72" name="Google Shape;72;p17"/>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 type="body"/>
          </p:nvPr>
        </p:nvSpPr>
        <p:spPr>
          <a:xfrm>
            <a:off x="1371600" y="3632040"/>
            <a:ext cx="944892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8"/>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7" name="Google Shape;77;p18"/>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19"/>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0" name="Shape 80"/>
        <p:cNvGrpSpPr/>
        <p:nvPr/>
      </p:nvGrpSpPr>
      <p:grpSpPr>
        <a:xfrm>
          <a:off x="0" y="0"/>
          <a:ext cx="0" cy="0"/>
          <a:chOff x="0" y="0"/>
          <a:chExt cx="0" cy="0"/>
        </a:xfrm>
      </p:grpSpPr>
      <p:sp>
        <p:nvSpPr>
          <p:cNvPr id="81" name="Google Shape;81;p20"/>
          <p:cNvSpPr txBox="1"/>
          <p:nvPr>
            <p:ph idx="1" type="subTitle"/>
          </p:nvPr>
        </p:nvSpPr>
        <p:spPr>
          <a:xfrm>
            <a:off x="1371600" y="1803240"/>
            <a:ext cx="9448920" cy="8461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2" name="Shape 82"/>
        <p:cNvGrpSpPr/>
        <p:nvPr/>
      </p:nvGrpSpPr>
      <p:grpSpPr>
        <a:xfrm>
          <a:off x="0" y="0"/>
          <a:ext cx="0" cy="0"/>
          <a:chOff x="0" y="0"/>
          <a:chExt cx="0" cy="0"/>
        </a:xfrm>
      </p:grpSpPr>
      <p:sp>
        <p:nvSpPr>
          <p:cNvPr id="83" name="Google Shape;83;p21"/>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21"/>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6" name="Google Shape;86;p21"/>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7" name="Shape 87"/>
        <p:cNvGrpSpPr/>
        <p:nvPr/>
      </p:nvGrpSpPr>
      <p:grpSpPr>
        <a:xfrm>
          <a:off x="0" y="0"/>
          <a:ext cx="0" cy="0"/>
          <a:chOff x="0" y="0"/>
          <a:chExt cx="0" cy="0"/>
        </a:xfrm>
      </p:grpSpPr>
      <p:sp>
        <p:nvSpPr>
          <p:cNvPr id="88" name="Google Shape;88;p2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0" name="Google Shape;90;p22"/>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22"/>
          <p:cNvSpPr txBox="1"/>
          <p:nvPr>
            <p:ph idx="3"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2" name="Shape 92"/>
        <p:cNvGrpSpPr/>
        <p:nvPr/>
      </p:nvGrpSpPr>
      <p:grpSpPr>
        <a:xfrm>
          <a:off x="0" y="0"/>
          <a:ext cx="0" cy="0"/>
          <a:chOff x="0" y="0"/>
          <a:chExt cx="0" cy="0"/>
        </a:xfrm>
      </p:grpSpPr>
      <p:sp>
        <p:nvSpPr>
          <p:cNvPr id="93" name="Google Shape;93;p23"/>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5" name="Google Shape;95;p23"/>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6" name="Google Shape;96;p23"/>
          <p:cNvSpPr txBox="1"/>
          <p:nvPr>
            <p:ph idx="3"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7" name="Shape 97"/>
        <p:cNvGrpSpPr/>
        <p:nvPr/>
      </p:nvGrpSpPr>
      <p:grpSpPr>
        <a:xfrm>
          <a:off x="0" y="0"/>
          <a:ext cx="0" cy="0"/>
          <a:chOff x="0" y="0"/>
          <a:chExt cx="0" cy="0"/>
        </a:xfrm>
      </p:grpSpPr>
      <p:sp>
        <p:nvSpPr>
          <p:cNvPr id="98" name="Google Shape;98;p24"/>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txBox="1"/>
          <p:nvPr>
            <p:ph idx="1" type="body"/>
          </p:nvPr>
        </p:nvSpPr>
        <p:spPr>
          <a:xfrm>
            <a:off x="1371600" y="36320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4"/>
          <p:cNvSpPr txBox="1"/>
          <p:nvPr>
            <p:ph idx="2"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1" name="Shape 101"/>
        <p:cNvGrpSpPr/>
        <p:nvPr/>
      </p:nvGrpSpPr>
      <p:grpSpPr>
        <a:xfrm>
          <a:off x="0" y="0"/>
          <a:ext cx="0" cy="0"/>
          <a:chOff x="0" y="0"/>
          <a:chExt cx="0" cy="0"/>
        </a:xfrm>
      </p:grpSpPr>
      <p:sp>
        <p:nvSpPr>
          <p:cNvPr id="102" name="Google Shape;102;p2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5"/>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5"/>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5"/>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4"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7" name="Shape 107"/>
        <p:cNvGrpSpPr/>
        <p:nvPr/>
      </p:nvGrpSpPr>
      <p:grpSpPr>
        <a:xfrm>
          <a:off x="0" y="0"/>
          <a:ext cx="0" cy="0"/>
          <a:chOff x="0" y="0"/>
          <a:chExt cx="0" cy="0"/>
        </a:xfrm>
      </p:grpSpPr>
      <p:sp>
        <p:nvSpPr>
          <p:cNvPr id="108" name="Google Shape;108;p26"/>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6"/>
          <p:cNvSpPr txBox="1"/>
          <p:nvPr>
            <p:ph idx="1" type="body"/>
          </p:nvPr>
        </p:nvSpPr>
        <p:spPr>
          <a:xfrm>
            <a:off x="1371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2" type="body"/>
          </p:nvPr>
        </p:nvSpPr>
        <p:spPr>
          <a:xfrm>
            <a:off x="4566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3" type="body"/>
          </p:nvPr>
        </p:nvSpPr>
        <p:spPr>
          <a:xfrm>
            <a:off x="776124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4" type="body"/>
          </p:nvPr>
        </p:nvSpPr>
        <p:spPr>
          <a:xfrm>
            <a:off x="1371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5" type="body"/>
          </p:nvPr>
        </p:nvSpPr>
        <p:spPr>
          <a:xfrm>
            <a:off x="4566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6" type="body"/>
          </p:nvPr>
        </p:nvSpPr>
        <p:spPr>
          <a:xfrm>
            <a:off x="776124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2" name="Shape 12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3" name="Shape 123"/>
        <p:cNvGrpSpPr/>
        <p:nvPr/>
      </p:nvGrpSpPr>
      <p:grpSpPr>
        <a:xfrm>
          <a:off x="0" y="0"/>
          <a:ext cx="0" cy="0"/>
          <a:chOff x="0" y="0"/>
          <a:chExt cx="0" cy="0"/>
        </a:xfrm>
      </p:grpSpPr>
      <p:sp>
        <p:nvSpPr>
          <p:cNvPr id="124" name="Google Shape;124;p29"/>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9"/>
          <p:cNvSpPr txBox="1"/>
          <p:nvPr>
            <p:ph idx="1" type="subTitle"/>
          </p:nvPr>
        </p:nvSpPr>
        <p:spPr>
          <a:xfrm>
            <a:off x="1371600" y="3632040"/>
            <a:ext cx="9448920" cy="685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6" name="Shape 126"/>
        <p:cNvGrpSpPr/>
        <p:nvPr/>
      </p:nvGrpSpPr>
      <p:grpSpPr>
        <a:xfrm>
          <a:off x="0" y="0"/>
          <a:ext cx="0" cy="0"/>
          <a:chOff x="0" y="0"/>
          <a:chExt cx="0" cy="0"/>
        </a:xfrm>
      </p:grpSpPr>
      <p:sp>
        <p:nvSpPr>
          <p:cNvPr id="127" name="Google Shape;127;p30"/>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0"/>
          <p:cNvSpPr txBox="1"/>
          <p:nvPr>
            <p:ph idx="1" type="body"/>
          </p:nvPr>
        </p:nvSpPr>
        <p:spPr>
          <a:xfrm>
            <a:off x="1371600" y="3632040"/>
            <a:ext cx="944892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9" name="Shape 129"/>
        <p:cNvGrpSpPr/>
        <p:nvPr/>
      </p:nvGrpSpPr>
      <p:grpSpPr>
        <a:xfrm>
          <a:off x="0" y="0"/>
          <a:ext cx="0" cy="0"/>
          <a:chOff x="0" y="0"/>
          <a:chExt cx="0" cy="0"/>
        </a:xfrm>
      </p:grpSpPr>
      <p:sp>
        <p:nvSpPr>
          <p:cNvPr id="130" name="Google Shape;130;p31"/>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1"/>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31"/>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5" name="Shape 135"/>
        <p:cNvGrpSpPr/>
        <p:nvPr/>
      </p:nvGrpSpPr>
      <p:grpSpPr>
        <a:xfrm>
          <a:off x="0" y="0"/>
          <a:ext cx="0" cy="0"/>
          <a:chOff x="0" y="0"/>
          <a:chExt cx="0" cy="0"/>
        </a:xfrm>
      </p:grpSpPr>
      <p:sp>
        <p:nvSpPr>
          <p:cNvPr id="136" name="Google Shape;136;p33"/>
          <p:cNvSpPr txBox="1"/>
          <p:nvPr>
            <p:ph idx="1" type="subTitle"/>
          </p:nvPr>
        </p:nvSpPr>
        <p:spPr>
          <a:xfrm>
            <a:off x="1371600" y="1803240"/>
            <a:ext cx="9448920" cy="8461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7" name="Shape 137"/>
        <p:cNvGrpSpPr/>
        <p:nvPr/>
      </p:nvGrpSpPr>
      <p:grpSpPr>
        <a:xfrm>
          <a:off x="0" y="0"/>
          <a:ext cx="0" cy="0"/>
          <a:chOff x="0" y="0"/>
          <a:chExt cx="0" cy="0"/>
        </a:xfrm>
      </p:grpSpPr>
      <p:sp>
        <p:nvSpPr>
          <p:cNvPr id="138" name="Google Shape;138;p34"/>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4"/>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1" name="Google Shape;141;p34"/>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2" name="Shape 142"/>
        <p:cNvGrpSpPr/>
        <p:nvPr/>
      </p:nvGrpSpPr>
      <p:grpSpPr>
        <a:xfrm>
          <a:off x="0" y="0"/>
          <a:ext cx="0" cy="0"/>
          <a:chOff x="0" y="0"/>
          <a:chExt cx="0" cy="0"/>
        </a:xfrm>
      </p:grpSpPr>
      <p:sp>
        <p:nvSpPr>
          <p:cNvPr id="143" name="Google Shape;143;p3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5"/>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5" name="Google Shape;145;p35"/>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5"/>
          <p:cNvSpPr txBox="1"/>
          <p:nvPr>
            <p:ph idx="3"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7" name="Shape 147"/>
        <p:cNvGrpSpPr/>
        <p:nvPr/>
      </p:nvGrpSpPr>
      <p:grpSpPr>
        <a:xfrm>
          <a:off x="0" y="0"/>
          <a:ext cx="0" cy="0"/>
          <a:chOff x="0" y="0"/>
          <a:chExt cx="0" cy="0"/>
        </a:xfrm>
      </p:grpSpPr>
      <p:sp>
        <p:nvSpPr>
          <p:cNvPr id="148" name="Google Shape;148;p36"/>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6"/>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0" name="Google Shape;150;p36"/>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6"/>
          <p:cNvSpPr txBox="1"/>
          <p:nvPr>
            <p:ph idx="3"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2" name="Shape 152"/>
        <p:cNvGrpSpPr/>
        <p:nvPr/>
      </p:nvGrpSpPr>
      <p:grpSpPr>
        <a:xfrm>
          <a:off x="0" y="0"/>
          <a:ext cx="0" cy="0"/>
          <a:chOff x="0" y="0"/>
          <a:chExt cx="0" cy="0"/>
        </a:xfrm>
      </p:grpSpPr>
      <p:sp>
        <p:nvSpPr>
          <p:cNvPr id="153" name="Google Shape;153;p37"/>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7"/>
          <p:cNvSpPr txBox="1"/>
          <p:nvPr>
            <p:ph idx="1" type="body"/>
          </p:nvPr>
        </p:nvSpPr>
        <p:spPr>
          <a:xfrm>
            <a:off x="1371600" y="36320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5" name="Google Shape;155;p37"/>
          <p:cNvSpPr txBox="1"/>
          <p:nvPr>
            <p:ph idx="2"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6" name="Shape 156"/>
        <p:cNvGrpSpPr/>
        <p:nvPr/>
      </p:nvGrpSpPr>
      <p:grpSpPr>
        <a:xfrm>
          <a:off x="0" y="0"/>
          <a:ext cx="0" cy="0"/>
          <a:chOff x="0" y="0"/>
          <a:chExt cx="0" cy="0"/>
        </a:xfrm>
      </p:grpSpPr>
      <p:sp>
        <p:nvSpPr>
          <p:cNvPr id="157" name="Google Shape;157;p38"/>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8"/>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8"/>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38"/>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8"/>
          <p:cNvSpPr txBox="1"/>
          <p:nvPr>
            <p:ph idx="4"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2" name="Shape 162"/>
        <p:cNvGrpSpPr/>
        <p:nvPr/>
      </p:nvGrpSpPr>
      <p:grpSpPr>
        <a:xfrm>
          <a:off x="0" y="0"/>
          <a:ext cx="0" cy="0"/>
          <a:chOff x="0" y="0"/>
          <a:chExt cx="0" cy="0"/>
        </a:xfrm>
      </p:grpSpPr>
      <p:sp>
        <p:nvSpPr>
          <p:cNvPr id="163" name="Google Shape;163;p39"/>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9"/>
          <p:cNvSpPr txBox="1"/>
          <p:nvPr>
            <p:ph idx="1" type="body"/>
          </p:nvPr>
        </p:nvSpPr>
        <p:spPr>
          <a:xfrm>
            <a:off x="1371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9"/>
          <p:cNvSpPr txBox="1"/>
          <p:nvPr>
            <p:ph idx="2" type="body"/>
          </p:nvPr>
        </p:nvSpPr>
        <p:spPr>
          <a:xfrm>
            <a:off x="4566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3" type="body"/>
          </p:nvPr>
        </p:nvSpPr>
        <p:spPr>
          <a:xfrm>
            <a:off x="776124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4" type="body"/>
          </p:nvPr>
        </p:nvSpPr>
        <p:spPr>
          <a:xfrm>
            <a:off x="1371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5" type="body"/>
          </p:nvPr>
        </p:nvSpPr>
        <p:spPr>
          <a:xfrm>
            <a:off x="4566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6" type="body"/>
          </p:nvPr>
        </p:nvSpPr>
        <p:spPr>
          <a:xfrm>
            <a:off x="776124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7" name="Shape 177"/>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8" name="Shape 178"/>
        <p:cNvGrpSpPr/>
        <p:nvPr/>
      </p:nvGrpSpPr>
      <p:grpSpPr>
        <a:xfrm>
          <a:off x="0" y="0"/>
          <a:ext cx="0" cy="0"/>
          <a:chOff x="0" y="0"/>
          <a:chExt cx="0" cy="0"/>
        </a:xfrm>
      </p:grpSpPr>
      <p:sp>
        <p:nvSpPr>
          <p:cNvPr id="179" name="Google Shape;179;p4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2"/>
          <p:cNvSpPr txBox="1"/>
          <p:nvPr>
            <p:ph idx="1" type="subTitle"/>
          </p:nvPr>
        </p:nvSpPr>
        <p:spPr>
          <a:xfrm>
            <a:off x="1371600" y="3632040"/>
            <a:ext cx="9448920" cy="685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1" name="Shape 181"/>
        <p:cNvGrpSpPr/>
        <p:nvPr/>
      </p:nvGrpSpPr>
      <p:grpSpPr>
        <a:xfrm>
          <a:off x="0" y="0"/>
          <a:ext cx="0" cy="0"/>
          <a:chOff x="0" y="0"/>
          <a:chExt cx="0" cy="0"/>
        </a:xfrm>
      </p:grpSpPr>
      <p:sp>
        <p:nvSpPr>
          <p:cNvPr id="182" name="Google Shape;182;p43"/>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43"/>
          <p:cNvSpPr txBox="1"/>
          <p:nvPr>
            <p:ph idx="1" type="body"/>
          </p:nvPr>
        </p:nvSpPr>
        <p:spPr>
          <a:xfrm>
            <a:off x="1371600" y="3632040"/>
            <a:ext cx="9448920" cy="68580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4" name="Shape 184"/>
        <p:cNvGrpSpPr/>
        <p:nvPr/>
      </p:nvGrpSpPr>
      <p:grpSpPr>
        <a:xfrm>
          <a:off x="0" y="0"/>
          <a:ext cx="0" cy="0"/>
          <a:chOff x="0" y="0"/>
          <a:chExt cx="0" cy="0"/>
        </a:xfrm>
      </p:grpSpPr>
      <p:sp>
        <p:nvSpPr>
          <p:cNvPr id="185" name="Google Shape;185;p44"/>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44"/>
          <p:cNvSpPr txBox="1"/>
          <p:nvPr>
            <p:ph idx="1" type="body"/>
          </p:nvPr>
        </p:nvSpPr>
        <p:spPr>
          <a:xfrm>
            <a:off x="1371600" y="3632040"/>
            <a:ext cx="4610880" cy="68580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7" name="Google Shape;187;p44"/>
          <p:cNvSpPr txBox="1"/>
          <p:nvPr>
            <p:ph idx="2" type="body"/>
          </p:nvPr>
        </p:nvSpPr>
        <p:spPr>
          <a:xfrm>
            <a:off x="6213240" y="3632040"/>
            <a:ext cx="4610880" cy="68580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4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0" name="Shape 190"/>
        <p:cNvGrpSpPr/>
        <p:nvPr/>
      </p:nvGrpSpPr>
      <p:grpSpPr>
        <a:xfrm>
          <a:off x="0" y="0"/>
          <a:ext cx="0" cy="0"/>
          <a:chOff x="0" y="0"/>
          <a:chExt cx="0" cy="0"/>
        </a:xfrm>
      </p:grpSpPr>
      <p:sp>
        <p:nvSpPr>
          <p:cNvPr id="191" name="Google Shape;191;p46"/>
          <p:cNvSpPr txBox="1"/>
          <p:nvPr>
            <p:ph idx="1" type="subTitle"/>
          </p:nvPr>
        </p:nvSpPr>
        <p:spPr>
          <a:xfrm>
            <a:off x="1371600" y="1803240"/>
            <a:ext cx="9448920" cy="8461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2" name="Shape 192"/>
        <p:cNvGrpSpPr/>
        <p:nvPr/>
      </p:nvGrpSpPr>
      <p:grpSpPr>
        <a:xfrm>
          <a:off x="0" y="0"/>
          <a:ext cx="0" cy="0"/>
          <a:chOff x="0" y="0"/>
          <a:chExt cx="0" cy="0"/>
        </a:xfrm>
      </p:grpSpPr>
      <p:sp>
        <p:nvSpPr>
          <p:cNvPr id="193" name="Google Shape;193;p47"/>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7"/>
          <p:cNvSpPr txBox="1"/>
          <p:nvPr>
            <p:ph idx="1" type="body"/>
          </p:nvPr>
        </p:nvSpPr>
        <p:spPr>
          <a:xfrm>
            <a:off x="137160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5" name="Google Shape;195;p47"/>
          <p:cNvSpPr txBox="1"/>
          <p:nvPr>
            <p:ph idx="2" type="body"/>
          </p:nvPr>
        </p:nvSpPr>
        <p:spPr>
          <a:xfrm>
            <a:off x="6213240" y="3632040"/>
            <a:ext cx="4610880" cy="68580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7"/>
          <p:cNvSpPr txBox="1"/>
          <p:nvPr>
            <p:ph idx="3" type="body"/>
          </p:nvPr>
        </p:nvSpPr>
        <p:spPr>
          <a:xfrm>
            <a:off x="1371600" y="39902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7" name="Shape 197"/>
        <p:cNvGrpSpPr/>
        <p:nvPr/>
      </p:nvGrpSpPr>
      <p:grpSpPr>
        <a:xfrm>
          <a:off x="0" y="0"/>
          <a:ext cx="0" cy="0"/>
          <a:chOff x="0" y="0"/>
          <a:chExt cx="0" cy="0"/>
        </a:xfrm>
      </p:grpSpPr>
      <p:sp>
        <p:nvSpPr>
          <p:cNvPr id="198" name="Google Shape;198;p48"/>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48"/>
          <p:cNvSpPr txBox="1"/>
          <p:nvPr>
            <p:ph idx="1" type="body"/>
          </p:nvPr>
        </p:nvSpPr>
        <p:spPr>
          <a:xfrm>
            <a:off x="1371600" y="3632040"/>
            <a:ext cx="4610880" cy="68580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0" name="Google Shape;200;p48"/>
          <p:cNvSpPr txBox="1"/>
          <p:nvPr>
            <p:ph idx="2" type="body"/>
          </p:nvPr>
        </p:nvSpPr>
        <p:spPr>
          <a:xfrm>
            <a:off x="621324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8"/>
          <p:cNvSpPr txBox="1"/>
          <p:nvPr>
            <p:ph idx="3" type="body"/>
          </p:nvPr>
        </p:nvSpPr>
        <p:spPr>
          <a:xfrm>
            <a:off x="6213240" y="39902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2" name="Shape 202"/>
        <p:cNvGrpSpPr/>
        <p:nvPr/>
      </p:nvGrpSpPr>
      <p:grpSpPr>
        <a:xfrm>
          <a:off x="0" y="0"/>
          <a:ext cx="0" cy="0"/>
          <a:chOff x="0" y="0"/>
          <a:chExt cx="0" cy="0"/>
        </a:xfrm>
      </p:grpSpPr>
      <p:sp>
        <p:nvSpPr>
          <p:cNvPr id="203" name="Google Shape;203;p49"/>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49"/>
          <p:cNvSpPr txBox="1"/>
          <p:nvPr>
            <p:ph idx="1" type="body"/>
          </p:nvPr>
        </p:nvSpPr>
        <p:spPr>
          <a:xfrm>
            <a:off x="137160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5" name="Google Shape;205;p49"/>
          <p:cNvSpPr txBox="1"/>
          <p:nvPr>
            <p:ph idx="2" type="body"/>
          </p:nvPr>
        </p:nvSpPr>
        <p:spPr>
          <a:xfrm>
            <a:off x="621324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9"/>
          <p:cNvSpPr txBox="1"/>
          <p:nvPr>
            <p:ph idx="3" type="body"/>
          </p:nvPr>
        </p:nvSpPr>
        <p:spPr>
          <a:xfrm>
            <a:off x="1371600" y="3990240"/>
            <a:ext cx="944892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7" name="Shape 207"/>
        <p:cNvGrpSpPr/>
        <p:nvPr/>
      </p:nvGrpSpPr>
      <p:grpSpPr>
        <a:xfrm>
          <a:off x="0" y="0"/>
          <a:ext cx="0" cy="0"/>
          <a:chOff x="0" y="0"/>
          <a:chExt cx="0" cy="0"/>
        </a:xfrm>
      </p:grpSpPr>
      <p:sp>
        <p:nvSpPr>
          <p:cNvPr id="208" name="Google Shape;208;p50"/>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50"/>
          <p:cNvSpPr txBox="1"/>
          <p:nvPr>
            <p:ph idx="1" type="body"/>
          </p:nvPr>
        </p:nvSpPr>
        <p:spPr>
          <a:xfrm>
            <a:off x="1371600" y="3632040"/>
            <a:ext cx="944892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50"/>
          <p:cNvSpPr txBox="1"/>
          <p:nvPr>
            <p:ph idx="2" type="body"/>
          </p:nvPr>
        </p:nvSpPr>
        <p:spPr>
          <a:xfrm>
            <a:off x="1371600" y="3990240"/>
            <a:ext cx="944892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1" name="Shape 211"/>
        <p:cNvGrpSpPr/>
        <p:nvPr/>
      </p:nvGrpSpPr>
      <p:grpSpPr>
        <a:xfrm>
          <a:off x="0" y="0"/>
          <a:ext cx="0" cy="0"/>
          <a:chOff x="0" y="0"/>
          <a:chExt cx="0" cy="0"/>
        </a:xfrm>
      </p:grpSpPr>
      <p:sp>
        <p:nvSpPr>
          <p:cNvPr id="212" name="Google Shape;212;p51"/>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51"/>
          <p:cNvSpPr txBox="1"/>
          <p:nvPr>
            <p:ph idx="1" type="body"/>
          </p:nvPr>
        </p:nvSpPr>
        <p:spPr>
          <a:xfrm>
            <a:off x="137160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4" name="Google Shape;214;p51"/>
          <p:cNvSpPr txBox="1"/>
          <p:nvPr>
            <p:ph idx="2" type="body"/>
          </p:nvPr>
        </p:nvSpPr>
        <p:spPr>
          <a:xfrm>
            <a:off x="6213240" y="36320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51"/>
          <p:cNvSpPr txBox="1"/>
          <p:nvPr>
            <p:ph idx="3" type="body"/>
          </p:nvPr>
        </p:nvSpPr>
        <p:spPr>
          <a:xfrm>
            <a:off x="1371600" y="39902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1"/>
          <p:cNvSpPr txBox="1"/>
          <p:nvPr>
            <p:ph idx="4" type="body"/>
          </p:nvPr>
        </p:nvSpPr>
        <p:spPr>
          <a:xfrm>
            <a:off x="6213240" y="3990240"/>
            <a:ext cx="461088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7" name="Shape 217"/>
        <p:cNvGrpSpPr/>
        <p:nvPr/>
      </p:nvGrpSpPr>
      <p:grpSpPr>
        <a:xfrm>
          <a:off x="0" y="0"/>
          <a:ext cx="0" cy="0"/>
          <a:chOff x="0" y="0"/>
          <a:chExt cx="0" cy="0"/>
        </a:xfrm>
      </p:grpSpPr>
      <p:sp>
        <p:nvSpPr>
          <p:cNvPr id="218" name="Google Shape;218;p5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2"/>
          <p:cNvSpPr txBox="1"/>
          <p:nvPr>
            <p:ph idx="1" type="body"/>
          </p:nvPr>
        </p:nvSpPr>
        <p:spPr>
          <a:xfrm>
            <a:off x="1371600" y="36320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2"/>
          <p:cNvSpPr txBox="1"/>
          <p:nvPr>
            <p:ph idx="2" type="body"/>
          </p:nvPr>
        </p:nvSpPr>
        <p:spPr>
          <a:xfrm>
            <a:off x="4566600" y="36320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3" type="body"/>
          </p:nvPr>
        </p:nvSpPr>
        <p:spPr>
          <a:xfrm>
            <a:off x="7761240" y="36320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4" type="body"/>
          </p:nvPr>
        </p:nvSpPr>
        <p:spPr>
          <a:xfrm>
            <a:off x="1371600" y="39902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52"/>
          <p:cNvSpPr txBox="1"/>
          <p:nvPr>
            <p:ph idx="5" type="body"/>
          </p:nvPr>
        </p:nvSpPr>
        <p:spPr>
          <a:xfrm>
            <a:off x="4566600" y="39902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52"/>
          <p:cNvSpPr txBox="1"/>
          <p:nvPr>
            <p:ph idx="6" type="body"/>
          </p:nvPr>
        </p:nvSpPr>
        <p:spPr>
          <a:xfrm>
            <a:off x="7761240" y="3990240"/>
            <a:ext cx="3042360" cy="326880"/>
          </a:xfrm>
          <a:prstGeom prst="rect">
            <a:avLst/>
          </a:prstGeom>
          <a:noFill/>
          <a:ln>
            <a:noFill/>
          </a:ln>
        </p:spPr>
        <p:txBody>
          <a:bodyPr anchorCtr="0" anchor="ctr"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3" name="Shape 233"/>
        <p:cNvGrpSpPr/>
        <p:nvPr/>
      </p:nvGrpSpPr>
      <p:grpSpPr>
        <a:xfrm>
          <a:off x="0" y="0"/>
          <a:ext cx="0" cy="0"/>
          <a:chOff x="0" y="0"/>
          <a:chExt cx="0" cy="0"/>
        </a:xfrm>
      </p:grpSpPr>
      <p:sp>
        <p:nvSpPr>
          <p:cNvPr id="234" name="Google Shape;234;p5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55"/>
          <p:cNvSpPr txBox="1"/>
          <p:nvPr>
            <p:ph idx="1" type="subTitle"/>
          </p:nvPr>
        </p:nvSpPr>
        <p:spPr>
          <a:xfrm>
            <a:off x="1371600" y="3632040"/>
            <a:ext cx="9448920" cy="685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6" name="Shape 236"/>
        <p:cNvGrpSpPr/>
        <p:nvPr/>
      </p:nvGrpSpPr>
      <p:grpSpPr>
        <a:xfrm>
          <a:off x="0" y="0"/>
          <a:ext cx="0" cy="0"/>
          <a:chOff x="0" y="0"/>
          <a:chExt cx="0" cy="0"/>
        </a:xfrm>
      </p:grpSpPr>
      <p:sp>
        <p:nvSpPr>
          <p:cNvPr id="237" name="Google Shape;237;p56"/>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56"/>
          <p:cNvSpPr txBox="1"/>
          <p:nvPr>
            <p:ph idx="1" type="body"/>
          </p:nvPr>
        </p:nvSpPr>
        <p:spPr>
          <a:xfrm>
            <a:off x="1371600" y="3632040"/>
            <a:ext cx="944892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9" name="Shape 239"/>
        <p:cNvGrpSpPr/>
        <p:nvPr/>
      </p:nvGrpSpPr>
      <p:grpSpPr>
        <a:xfrm>
          <a:off x="0" y="0"/>
          <a:ext cx="0" cy="0"/>
          <a:chOff x="0" y="0"/>
          <a:chExt cx="0" cy="0"/>
        </a:xfrm>
      </p:grpSpPr>
      <p:sp>
        <p:nvSpPr>
          <p:cNvPr id="240" name="Google Shape;240;p57"/>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57"/>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2" name="Google Shape;242;p57"/>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3" name="Shape 243"/>
        <p:cNvGrpSpPr/>
        <p:nvPr/>
      </p:nvGrpSpPr>
      <p:grpSpPr>
        <a:xfrm>
          <a:off x="0" y="0"/>
          <a:ext cx="0" cy="0"/>
          <a:chOff x="0" y="0"/>
          <a:chExt cx="0" cy="0"/>
        </a:xfrm>
      </p:grpSpPr>
      <p:sp>
        <p:nvSpPr>
          <p:cNvPr id="244" name="Google Shape;244;p58"/>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5" name="Shape 245"/>
        <p:cNvGrpSpPr/>
        <p:nvPr/>
      </p:nvGrpSpPr>
      <p:grpSpPr>
        <a:xfrm>
          <a:off x="0" y="0"/>
          <a:ext cx="0" cy="0"/>
          <a:chOff x="0" y="0"/>
          <a:chExt cx="0" cy="0"/>
        </a:xfrm>
      </p:grpSpPr>
      <p:sp>
        <p:nvSpPr>
          <p:cNvPr id="246" name="Google Shape;246;p59"/>
          <p:cNvSpPr txBox="1"/>
          <p:nvPr>
            <p:ph idx="1" type="subTitle"/>
          </p:nvPr>
        </p:nvSpPr>
        <p:spPr>
          <a:xfrm>
            <a:off x="1371600" y="1803240"/>
            <a:ext cx="9448920" cy="8461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7" name="Shape 247"/>
        <p:cNvGrpSpPr/>
        <p:nvPr/>
      </p:nvGrpSpPr>
      <p:grpSpPr>
        <a:xfrm>
          <a:off x="0" y="0"/>
          <a:ext cx="0" cy="0"/>
          <a:chOff x="0" y="0"/>
          <a:chExt cx="0" cy="0"/>
        </a:xfrm>
      </p:grpSpPr>
      <p:sp>
        <p:nvSpPr>
          <p:cNvPr id="248" name="Google Shape;248;p60"/>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60"/>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0" name="Google Shape;250;p60"/>
          <p:cNvSpPr txBox="1"/>
          <p:nvPr>
            <p:ph idx="2" type="body"/>
          </p:nvPr>
        </p:nvSpPr>
        <p:spPr>
          <a:xfrm>
            <a:off x="621324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1" name="Google Shape;251;p60"/>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2" name="Shape 252"/>
        <p:cNvGrpSpPr/>
        <p:nvPr/>
      </p:nvGrpSpPr>
      <p:grpSpPr>
        <a:xfrm>
          <a:off x="0" y="0"/>
          <a:ext cx="0" cy="0"/>
          <a:chOff x="0" y="0"/>
          <a:chExt cx="0" cy="0"/>
        </a:xfrm>
      </p:grpSpPr>
      <p:sp>
        <p:nvSpPr>
          <p:cNvPr id="253" name="Google Shape;253;p61"/>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61"/>
          <p:cNvSpPr txBox="1"/>
          <p:nvPr>
            <p:ph idx="1" type="body"/>
          </p:nvPr>
        </p:nvSpPr>
        <p:spPr>
          <a:xfrm>
            <a:off x="1371600" y="3632040"/>
            <a:ext cx="4610880" cy="6858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5" name="Google Shape;255;p61"/>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6" name="Google Shape;256;p61"/>
          <p:cNvSpPr txBox="1"/>
          <p:nvPr>
            <p:ph idx="3"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7" name="Shape 257"/>
        <p:cNvGrpSpPr/>
        <p:nvPr/>
      </p:nvGrpSpPr>
      <p:grpSpPr>
        <a:xfrm>
          <a:off x="0" y="0"/>
          <a:ext cx="0" cy="0"/>
          <a:chOff x="0" y="0"/>
          <a:chExt cx="0" cy="0"/>
        </a:xfrm>
      </p:grpSpPr>
      <p:sp>
        <p:nvSpPr>
          <p:cNvPr id="258" name="Google Shape;258;p62"/>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62"/>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62"/>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1" name="Google Shape;261;p62"/>
          <p:cNvSpPr txBox="1"/>
          <p:nvPr>
            <p:ph idx="3"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2" name="Shape 262"/>
        <p:cNvGrpSpPr/>
        <p:nvPr/>
      </p:nvGrpSpPr>
      <p:grpSpPr>
        <a:xfrm>
          <a:off x="0" y="0"/>
          <a:ext cx="0" cy="0"/>
          <a:chOff x="0" y="0"/>
          <a:chExt cx="0" cy="0"/>
        </a:xfrm>
      </p:grpSpPr>
      <p:sp>
        <p:nvSpPr>
          <p:cNvPr id="263" name="Google Shape;263;p63"/>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63"/>
          <p:cNvSpPr txBox="1"/>
          <p:nvPr>
            <p:ph idx="1" type="body"/>
          </p:nvPr>
        </p:nvSpPr>
        <p:spPr>
          <a:xfrm>
            <a:off x="1371600" y="36320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3"/>
          <p:cNvSpPr txBox="1"/>
          <p:nvPr>
            <p:ph idx="2" type="body"/>
          </p:nvPr>
        </p:nvSpPr>
        <p:spPr>
          <a:xfrm>
            <a:off x="1371600" y="3990240"/>
            <a:ext cx="944892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6" name="Shape 266"/>
        <p:cNvGrpSpPr/>
        <p:nvPr/>
      </p:nvGrpSpPr>
      <p:grpSpPr>
        <a:xfrm>
          <a:off x="0" y="0"/>
          <a:ext cx="0" cy="0"/>
          <a:chOff x="0" y="0"/>
          <a:chExt cx="0" cy="0"/>
        </a:xfrm>
      </p:grpSpPr>
      <p:sp>
        <p:nvSpPr>
          <p:cNvPr id="267" name="Google Shape;267;p64"/>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64"/>
          <p:cNvSpPr txBox="1"/>
          <p:nvPr>
            <p:ph idx="1" type="body"/>
          </p:nvPr>
        </p:nvSpPr>
        <p:spPr>
          <a:xfrm>
            <a:off x="137160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9" name="Google Shape;269;p64"/>
          <p:cNvSpPr txBox="1"/>
          <p:nvPr>
            <p:ph idx="2" type="body"/>
          </p:nvPr>
        </p:nvSpPr>
        <p:spPr>
          <a:xfrm>
            <a:off x="6213240" y="36320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0" name="Google Shape;270;p64"/>
          <p:cNvSpPr txBox="1"/>
          <p:nvPr>
            <p:ph idx="3" type="body"/>
          </p:nvPr>
        </p:nvSpPr>
        <p:spPr>
          <a:xfrm>
            <a:off x="137160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4"/>
          <p:cNvSpPr txBox="1"/>
          <p:nvPr>
            <p:ph idx="4" type="body"/>
          </p:nvPr>
        </p:nvSpPr>
        <p:spPr>
          <a:xfrm>
            <a:off x="6213240" y="3990240"/>
            <a:ext cx="461088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72" name="Shape 272"/>
        <p:cNvGrpSpPr/>
        <p:nvPr/>
      </p:nvGrpSpPr>
      <p:grpSpPr>
        <a:xfrm>
          <a:off x="0" y="0"/>
          <a:ext cx="0" cy="0"/>
          <a:chOff x="0" y="0"/>
          <a:chExt cx="0" cy="0"/>
        </a:xfrm>
      </p:grpSpPr>
      <p:sp>
        <p:nvSpPr>
          <p:cNvPr id="273" name="Google Shape;273;p65"/>
          <p:cNvSpPr txBox="1"/>
          <p:nvPr>
            <p:ph type="title"/>
          </p:nvPr>
        </p:nvSpPr>
        <p:spPr>
          <a:xfrm>
            <a:off x="1371600" y="1803240"/>
            <a:ext cx="9448920" cy="18252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65"/>
          <p:cNvSpPr txBox="1"/>
          <p:nvPr>
            <p:ph idx="1" type="body"/>
          </p:nvPr>
        </p:nvSpPr>
        <p:spPr>
          <a:xfrm>
            <a:off x="1371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5" name="Google Shape;275;p65"/>
          <p:cNvSpPr txBox="1"/>
          <p:nvPr>
            <p:ph idx="2" type="body"/>
          </p:nvPr>
        </p:nvSpPr>
        <p:spPr>
          <a:xfrm>
            <a:off x="456660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6" name="Google Shape;276;p65"/>
          <p:cNvSpPr txBox="1"/>
          <p:nvPr>
            <p:ph idx="3" type="body"/>
          </p:nvPr>
        </p:nvSpPr>
        <p:spPr>
          <a:xfrm>
            <a:off x="7761240" y="36320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7" name="Google Shape;277;p65"/>
          <p:cNvSpPr txBox="1"/>
          <p:nvPr>
            <p:ph idx="4" type="body"/>
          </p:nvPr>
        </p:nvSpPr>
        <p:spPr>
          <a:xfrm>
            <a:off x="1371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8" name="Google Shape;278;p65"/>
          <p:cNvSpPr txBox="1"/>
          <p:nvPr>
            <p:ph idx="5" type="body"/>
          </p:nvPr>
        </p:nvSpPr>
        <p:spPr>
          <a:xfrm>
            <a:off x="456660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9" name="Google Shape;279;p65"/>
          <p:cNvSpPr txBox="1"/>
          <p:nvPr>
            <p:ph idx="6" type="body"/>
          </p:nvPr>
        </p:nvSpPr>
        <p:spPr>
          <a:xfrm>
            <a:off x="7761240" y="3990240"/>
            <a:ext cx="3042360" cy="3268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2.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6.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slideLayout" Target="../slideLayouts/slideLayout60.xml"/><Relationship Id="rId12" Type="http://schemas.openxmlformats.org/officeDocument/2006/relationships/slideLayout" Target="../slideLayouts/slideLayout59.xml"/><Relationship Id="rId1" Type="http://schemas.openxmlformats.org/officeDocument/2006/relationships/image" Target="../media/image1.png"/><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theme" Target="../theme/theme5.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descr="C2-HD-TOP.png" id="6" name="Google Shape;6;p1"/>
          <p:cNvPicPr preferRelativeResize="0"/>
          <p:nvPr/>
        </p:nvPicPr>
        <p:blipFill rotWithShape="1">
          <a:blip r:embed="rId1">
            <a:alphaModFix/>
          </a:blip>
          <a:srcRect b="0" l="0" r="0" t="0"/>
          <a:stretch/>
        </p:blipFill>
        <p:spPr>
          <a:xfrm>
            <a:off x="0" y="0"/>
            <a:ext cx="12192120" cy="1441440"/>
          </a:xfrm>
          <a:prstGeom prst="rect">
            <a:avLst/>
          </a:prstGeom>
          <a:noFill/>
          <a:ln>
            <a:noFill/>
          </a:ln>
        </p:spPr>
      </p:pic>
      <p:sp>
        <p:nvSpPr>
          <p:cNvPr id="7" name="Google Shape;7;p1"/>
          <p:cNvSpPr txBox="1"/>
          <p:nvPr>
            <p:ph type="title"/>
          </p:nvPr>
        </p:nvSpPr>
        <p:spPr>
          <a:xfrm>
            <a:off x="1371600" y="1803240"/>
            <a:ext cx="9448920" cy="18252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1"/>
          <p:cNvSpPr txBox="1"/>
          <p:nvPr>
            <p:ph idx="10" type="dt"/>
          </p:nvPr>
        </p:nvSpPr>
        <p:spPr>
          <a:xfrm>
            <a:off x="7909560" y="4314240"/>
            <a:ext cx="2910960" cy="374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1" type="ftr"/>
          </p:nvPr>
        </p:nvSpPr>
        <p:spPr>
          <a:xfrm>
            <a:off x="1371600" y="4323960"/>
            <a:ext cx="64008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1"/>
          <p:cNvSpPr txBox="1"/>
          <p:nvPr>
            <p:ph idx="12" type="sldNum"/>
          </p:nvPr>
        </p:nvSpPr>
        <p:spPr>
          <a:xfrm>
            <a:off x="8077320" y="143100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1pPr>
            <a:lvl2pPr indent="0" lvl="1"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2pPr>
            <a:lvl3pPr indent="0" lvl="2"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3pPr>
            <a:lvl4pPr indent="0" lvl="3"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4pPr>
            <a:lvl5pPr indent="0" lvl="4"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5pPr>
            <a:lvl6pPr indent="0" lvl="5"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6pPr>
            <a:lvl7pPr indent="0" lvl="6"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7pPr>
            <a:lvl8pPr indent="0" lvl="7"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8pPr>
            <a:lvl9pPr indent="0" lvl="8"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
        <p:nvSpPr>
          <p:cNvPr id="11" name="Google Shape;11;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pic>
        <p:nvPicPr>
          <p:cNvPr descr="C2-HD-BTM.png" id="61" name="Google Shape;61;p14"/>
          <p:cNvPicPr preferRelativeResize="0"/>
          <p:nvPr/>
        </p:nvPicPr>
        <p:blipFill rotWithShape="1">
          <a:blip r:embed="rId1">
            <a:alphaModFix/>
          </a:blip>
          <a:srcRect b="0" l="0" r="0" t="0"/>
          <a:stretch/>
        </p:blipFill>
        <p:spPr>
          <a:xfrm>
            <a:off x="0" y="4375080"/>
            <a:ext cx="12192120" cy="2482920"/>
          </a:xfrm>
          <a:prstGeom prst="rect">
            <a:avLst/>
          </a:prstGeom>
          <a:noFill/>
          <a:ln>
            <a:noFill/>
          </a:ln>
        </p:spPr>
      </p:pic>
      <p:sp>
        <p:nvSpPr>
          <p:cNvPr id="62" name="Google Shape;62;p14"/>
          <p:cNvSpPr txBox="1"/>
          <p:nvPr>
            <p:ph type="title"/>
          </p:nvPr>
        </p:nvSpPr>
        <p:spPr>
          <a:xfrm>
            <a:off x="685800" y="753480"/>
            <a:ext cx="10820520" cy="280188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 name="Google Shape;63;p14"/>
          <p:cNvSpPr txBox="1"/>
          <p:nvPr>
            <p:ph idx="1" type="body"/>
          </p:nvPr>
        </p:nvSpPr>
        <p:spPr>
          <a:xfrm>
            <a:off x="1024560" y="3641760"/>
            <a:ext cx="10490040" cy="955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4" name="Google Shape;64;p14"/>
          <p:cNvSpPr txBox="1"/>
          <p:nvPr>
            <p:ph idx="10" type="dt"/>
          </p:nvPr>
        </p:nvSpPr>
        <p:spPr>
          <a:xfrm>
            <a:off x="7814520" y="380880"/>
            <a:ext cx="291096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4"/>
          <p:cNvSpPr txBox="1"/>
          <p:nvPr>
            <p:ph idx="11" type="ftr"/>
          </p:nvPr>
        </p:nvSpPr>
        <p:spPr>
          <a:xfrm>
            <a:off x="685800" y="380880"/>
            <a:ext cx="6991560" cy="3639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2" type="sldNum"/>
          </p:nvPr>
        </p:nvSpPr>
        <p:spPr>
          <a:xfrm>
            <a:off x="10862280" y="380880"/>
            <a:ext cx="64368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1pPr>
            <a:lvl2pPr indent="0" lvl="1"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2pPr>
            <a:lvl3pPr indent="0" lvl="2"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3pPr>
            <a:lvl4pPr indent="0" lvl="3"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4pPr>
            <a:lvl5pPr indent="0" lvl="4"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5pPr>
            <a:lvl6pPr indent="0" lvl="5"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6pPr>
            <a:lvl7pPr indent="0" lvl="6"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7pPr>
            <a:lvl8pPr indent="0" lvl="7"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8pPr>
            <a:lvl9pPr indent="0" lvl="8"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pic>
        <p:nvPicPr>
          <p:cNvPr descr="C2-HD-TOP.png" id="116" name="Google Shape;116;p27"/>
          <p:cNvPicPr preferRelativeResize="0"/>
          <p:nvPr/>
        </p:nvPicPr>
        <p:blipFill rotWithShape="1">
          <a:blip r:embed="rId1">
            <a:alphaModFix/>
          </a:blip>
          <a:srcRect b="0" l="0" r="0" t="0"/>
          <a:stretch/>
        </p:blipFill>
        <p:spPr>
          <a:xfrm>
            <a:off x="0" y="0"/>
            <a:ext cx="12192120" cy="1441440"/>
          </a:xfrm>
          <a:prstGeom prst="rect">
            <a:avLst/>
          </a:prstGeom>
          <a:noFill/>
          <a:ln>
            <a:noFill/>
          </a:ln>
        </p:spPr>
      </p:pic>
      <p:sp>
        <p:nvSpPr>
          <p:cNvPr id="117" name="Google Shape;117;p27"/>
          <p:cNvSpPr txBox="1"/>
          <p:nvPr>
            <p:ph type="title"/>
          </p:nvPr>
        </p:nvSpPr>
        <p:spPr>
          <a:xfrm>
            <a:off x="7861320" y="751320"/>
            <a:ext cx="3645000" cy="546732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8" name="Google Shape;118;p27"/>
          <p:cNvSpPr txBox="1"/>
          <p:nvPr>
            <p:ph idx="1" type="body"/>
          </p:nvPr>
        </p:nvSpPr>
        <p:spPr>
          <a:xfrm>
            <a:off x="685800" y="3124080"/>
            <a:ext cx="6873120" cy="309456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19" name="Google Shape;119;p27"/>
          <p:cNvSpPr txBox="1"/>
          <p:nvPr>
            <p:ph idx="10" type="dt"/>
          </p:nvPr>
        </p:nvSpPr>
        <p:spPr>
          <a:xfrm>
            <a:off x="8595360" y="6356520"/>
            <a:ext cx="291096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txBox="1"/>
          <p:nvPr>
            <p:ph idx="11" type="ftr"/>
          </p:nvPr>
        </p:nvSpPr>
        <p:spPr>
          <a:xfrm>
            <a:off x="685800" y="6355800"/>
            <a:ext cx="7772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1" name="Google Shape;121;p27"/>
          <p:cNvSpPr txBox="1"/>
          <p:nvPr>
            <p:ph idx="12" type="sldNum"/>
          </p:nvPr>
        </p:nvSpPr>
        <p:spPr>
          <a:xfrm>
            <a:off x="8763120" y="38088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1pPr>
            <a:lvl2pPr indent="0" lvl="1"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2pPr>
            <a:lvl3pPr indent="0" lvl="2"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3pPr>
            <a:lvl4pPr indent="0" lvl="3"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4pPr>
            <a:lvl5pPr indent="0" lvl="4"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5pPr>
            <a:lvl6pPr indent="0" lvl="5"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6pPr>
            <a:lvl7pPr indent="0" lvl="6"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7pPr>
            <a:lvl8pPr indent="0" lvl="7"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8pPr>
            <a:lvl9pPr indent="0" lvl="8"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pic>
        <p:nvPicPr>
          <p:cNvPr descr="C2-HD-BTM.png" id="171" name="Google Shape;171;p40"/>
          <p:cNvPicPr preferRelativeResize="0"/>
          <p:nvPr/>
        </p:nvPicPr>
        <p:blipFill rotWithShape="1">
          <a:blip r:embed="rId1">
            <a:alphaModFix/>
          </a:blip>
          <a:srcRect b="0" l="0" r="0" t="0"/>
          <a:stretch/>
        </p:blipFill>
        <p:spPr>
          <a:xfrm>
            <a:off x="0" y="4375080"/>
            <a:ext cx="12192120" cy="2482920"/>
          </a:xfrm>
          <a:prstGeom prst="rect">
            <a:avLst/>
          </a:prstGeom>
          <a:noFill/>
          <a:ln>
            <a:noFill/>
          </a:ln>
        </p:spPr>
      </p:pic>
      <p:sp>
        <p:nvSpPr>
          <p:cNvPr id="172" name="Google Shape;172;p40"/>
          <p:cNvSpPr txBox="1"/>
          <p:nvPr>
            <p:ph type="title"/>
          </p:nvPr>
        </p:nvSpPr>
        <p:spPr>
          <a:xfrm>
            <a:off x="685800" y="753480"/>
            <a:ext cx="10820520" cy="2802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3" name="Google Shape;173;p40"/>
          <p:cNvSpPr txBox="1"/>
          <p:nvPr>
            <p:ph idx="1" type="body"/>
          </p:nvPr>
        </p:nvSpPr>
        <p:spPr>
          <a:xfrm>
            <a:off x="1024560" y="3648960"/>
            <a:ext cx="10130400" cy="999000"/>
          </a:xfrm>
          <a:prstGeom prst="rect">
            <a:avLst/>
          </a:prstGeom>
          <a:noFill/>
          <a:ln>
            <a:noFill/>
          </a:ln>
        </p:spPr>
        <p:txBody>
          <a:bodyPr anchorCtr="0" anchor="ctr"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4" name="Google Shape;174;p40"/>
          <p:cNvSpPr txBox="1"/>
          <p:nvPr>
            <p:ph idx="10" type="dt"/>
          </p:nvPr>
        </p:nvSpPr>
        <p:spPr>
          <a:xfrm>
            <a:off x="7814520" y="380880"/>
            <a:ext cx="291096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5" name="Google Shape;175;p40"/>
          <p:cNvSpPr txBox="1"/>
          <p:nvPr>
            <p:ph idx="11" type="ftr"/>
          </p:nvPr>
        </p:nvSpPr>
        <p:spPr>
          <a:xfrm>
            <a:off x="685800" y="379800"/>
            <a:ext cx="699156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6" name="Google Shape;176;p40"/>
          <p:cNvSpPr txBox="1"/>
          <p:nvPr>
            <p:ph idx="12" type="sldNum"/>
          </p:nvPr>
        </p:nvSpPr>
        <p:spPr>
          <a:xfrm>
            <a:off x="10862280" y="380880"/>
            <a:ext cx="64368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1pPr>
            <a:lvl2pPr indent="0" lvl="1"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2pPr>
            <a:lvl3pPr indent="0" lvl="2"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3pPr>
            <a:lvl4pPr indent="0" lvl="3"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4pPr>
            <a:lvl5pPr indent="0" lvl="4"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5pPr>
            <a:lvl6pPr indent="0" lvl="5"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6pPr>
            <a:lvl7pPr indent="0" lvl="6"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7pPr>
            <a:lvl8pPr indent="0" lvl="7"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8pPr>
            <a:lvl9pPr indent="0" lvl="8"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pic>
        <p:nvPicPr>
          <p:cNvPr descr="C2-HD-TOP.png" id="226" name="Google Shape;226;p53"/>
          <p:cNvPicPr preferRelativeResize="0"/>
          <p:nvPr/>
        </p:nvPicPr>
        <p:blipFill rotWithShape="1">
          <a:blip r:embed="rId1">
            <a:alphaModFix/>
          </a:blip>
          <a:srcRect b="0" l="0" r="0" t="0"/>
          <a:stretch/>
        </p:blipFill>
        <p:spPr>
          <a:xfrm>
            <a:off x="0" y="0"/>
            <a:ext cx="12192120" cy="1441440"/>
          </a:xfrm>
          <a:prstGeom prst="rect">
            <a:avLst/>
          </a:prstGeom>
          <a:noFill/>
          <a:ln>
            <a:noFill/>
          </a:ln>
        </p:spPr>
      </p:pic>
      <p:sp>
        <p:nvSpPr>
          <p:cNvPr id="227" name="Google Shape;227;p53"/>
          <p:cNvSpPr txBox="1"/>
          <p:nvPr>
            <p:ph type="title"/>
          </p:nvPr>
        </p:nvSpPr>
        <p:spPr>
          <a:xfrm>
            <a:off x="2895480" y="764280"/>
            <a:ext cx="8610480" cy="12931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8" name="Google Shape;228;p53"/>
          <p:cNvSpPr txBox="1"/>
          <p:nvPr>
            <p:ph idx="1" type="body"/>
          </p:nvPr>
        </p:nvSpPr>
        <p:spPr>
          <a:xfrm>
            <a:off x="685800" y="2194560"/>
            <a:ext cx="10820520" cy="402408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9" name="Google Shape;229;p53"/>
          <p:cNvSpPr txBox="1"/>
          <p:nvPr>
            <p:ph idx="10" type="dt"/>
          </p:nvPr>
        </p:nvSpPr>
        <p:spPr>
          <a:xfrm>
            <a:off x="8595360" y="6356520"/>
            <a:ext cx="291096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0" name="Google Shape;230;p53"/>
          <p:cNvSpPr txBox="1"/>
          <p:nvPr>
            <p:ph idx="11" type="ftr"/>
          </p:nvPr>
        </p:nvSpPr>
        <p:spPr>
          <a:xfrm>
            <a:off x="685800" y="6355800"/>
            <a:ext cx="7772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1" name="Google Shape;231;p53"/>
          <p:cNvSpPr txBox="1"/>
          <p:nvPr>
            <p:ph idx="12" type="sldNum"/>
          </p:nvPr>
        </p:nvSpPr>
        <p:spPr>
          <a:xfrm>
            <a:off x="8763120" y="38088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1pPr>
            <a:lvl2pPr indent="0" lvl="1"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2pPr>
            <a:lvl3pPr indent="0" lvl="2"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3pPr>
            <a:lvl4pPr indent="0" lvl="3"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4pPr>
            <a:lvl5pPr indent="0" lvl="4"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5pPr>
            <a:lvl6pPr indent="0" lvl="5"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6pPr>
            <a:lvl7pPr indent="0" lvl="6"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7pPr>
            <a:lvl8pPr indent="0" lvl="7"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8pPr>
            <a:lvl9pPr indent="0" lvl="8" marL="0" marR="0" rtl="0" algn="r">
              <a:lnSpc>
                <a:spcPct val="100000"/>
              </a:lnSpc>
              <a:spcBef>
                <a:spcPts val="0"/>
              </a:spcBef>
              <a:buNone/>
              <a:defRPr b="0" i="0" sz="1050" u="none" cap="none" strike="noStrike">
                <a:solidFill>
                  <a:srgbClr val="898989"/>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I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19.jpg"/><Relationship Id="rId4"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19.jp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66"/>
          <p:cNvSpPr txBox="1"/>
          <p:nvPr/>
        </p:nvSpPr>
        <p:spPr>
          <a:xfrm>
            <a:off x="906120" y="2138760"/>
            <a:ext cx="9641880" cy="18252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IN" sz="6000" u="none" cap="none" strike="noStrike">
                <a:solidFill>
                  <a:srgbClr val="000000"/>
                </a:solidFill>
                <a:latin typeface="Century Gothic"/>
                <a:ea typeface="Century Gothic"/>
                <a:cs typeface="Century Gothic"/>
                <a:sym typeface="Century Gothic"/>
              </a:rPr>
              <a:t>VOTING SYSTEM</a:t>
            </a:r>
            <a:endParaRPr b="1" i="0" sz="6000" u="none" cap="none" strike="noStrike"/>
          </a:p>
        </p:txBody>
      </p:sp>
      <p:sp>
        <p:nvSpPr>
          <p:cNvPr id="285" name="Google Shape;285;p66"/>
          <p:cNvSpPr txBox="1"/>
          <p:nvPr/>
        </p:nvSpPr>
        <p:spPr>
          <a:xfrm>
            <a:off x="1371600" y="4174920"/>
            <a:ext cx="9448920" cy="685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IN" sz="3600" u="none" cap="none" strike="noStrike">
                <a:solidFill>
                  <a:srgbClr val="000000"/>
                </a:solidFill>
                <a:latin typeface="Century Gothic"/>
                <a:ea typeface="Century Gothic"/>
                <a:cs typeface="Century Gothic"/>
                <a:sym typeface="Century Gothic"/>
              </a:rPr>
              <a:t>Paper Presentation</a:t>
            </a:r>
            <a:endParaRPr b="1" i="0" sz="3600" u="none" cap="none" strike="noStrike"/>
          </a:p>
        </p:txBody>
      </p:sp>
      <p:pic>
        <p:nvPicPr>
          <p:cNvPr descr="A box with a symbol on it&#10;&#10;Description automatically generated" id="286" name="Google Shape;286;p66"/>
          <p:cNvPicPr preferRelativeResize="0"/>
          <p:nvPr/>
        </p:nvPicPr>
        <p:blipFill rotWithShape="1">
          <a:blip r:embed="rId4">
            <a:alphaModFix/>
          </a:blip>
          <a:srcRect b="0" l="0" r="0" t="0"/>
          <a:stretch/>
        </p:blipFill>
        <p:spPr>
          <a:xfrm>
            <a:off x="5567400" y="1440720"/>
            <a:ext cx="7100640" cy="3976200"/>
          </a:xfrm>
          <a:prstGeom prst="rect">
            <a:avLst/>
          </a:prstGeom>
          <a:noFill/>
          <a:ln>
            <a:noFill/>
          </a:ln>
          <a:effectLst>
            <a:outerShdw>
              <a:srgbClr val="000000">
                <a:alpha val="69803"/>
              </a:srgbClr>
            </a:outerShdw>
          </a:effectLst>
        </p:spPr>
      </p:pic>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p67"/>
          <p:cNvSpPr txBox="1"/>
          <p:nvPr/>
        </p:nvSpPr>
        <p:spPr>
          <a:xfrm>
            <a:off x="685800" y="753480"/>
            <a:ext cx="10820520" cy="28018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IN" sz="4000" u="none" cap="none" strike="noStrike">
                <a:solidFill>
                  <a:srgbClr val="000000"/>
                </a:solidFill>
                <a:latin typeface="Century Gothic"/>
                <a:ea typeface="Century Gothic"/>
                <a:cs typeface="Century Gothic"/>
                <a:sym typeface="Century Gothic"/>
              </a:rPr>
              <a:t>BLOCKCHAIN BASED VOTING SYSTEM WITH ZERO-KNOWLEDGE PROOFS</a:t>
            </a:r>
            <a:endParaRPr b="0" i="0" sz="4000" u="none" cap="none" strike="noStrike">
              <a:latin typeface="Arial"/>
              <a:ea typeface="Arial"/>
              <a:cs typeface="Arial"/>
              <a:sym typeface="Arial"/>
            </a:endParaRPr>
          </a:p>
        </p:txBody>
      </p:sp>
      <p:sp>
        <p:nvSpPr>
          <p:cNvPr id="292" name="Google Shape;292;p67"/>
          <p:cNvSpPr txBox="1"/>
          <p:nvPr/>
        </p:nvSpPr>
        <p:spPr>
          <a:xfrm>
            <a:off x="1024560" y="3641760"/>
            <a:ext cx="10490040" cy="955800"/>
          </a:xfrm>
          <a:prstGeom prst="rect">
            <a:avLst/>
          </a:prstGeom>
          <a:noFill/>
          <a:ln>
            <a:noFill/>
          </a:ln>
        </p:spPr>
        <p:txBody>
          <a:bodyPr anchorCtr="0" anchor="t" bIns="45700" lIns="91425" spcFirstLastPara="1" rIns="91425" wrap="square" tIns="45700">
            <a:normAutofit/>
          </a:bodyPr>
          <a:lstStyle/>
          <a:p>
            <a:pPr indent="0" lvl="0" marL="0" marR="0" rtl="0" algn="r">
              <a:lnSpc>
                <a:spcPct val="80000"/>
              </a:lnSpc>
              <a:spcBef>
                <a:spcPts val="0"/>
              </a:spcBef>
              <a:spcAft>
                <a:spcPts val="0"/>
              </a:spcAft>
              <a:buNone/>
            </a:pPr>
            <a:r>
              <a:rPr b="1" i="0" lang="en-IN" sz="2000" u="none" cap="none" strike="noStrike">
                <a:solidFill>
                  <a:srgbClr val="000000"/>
                </a:solidFill>
                <a:latin typeface="Century Gothic"/>
                <a:ea typeface="Century Gothic"/>
                <a:cs typeface="Century Gothic"/>
                <a:sym typeface="Century Gothic"/>
              </a:rPr>
              <a:t>A secure and transparent voting system utilizing blockchain and zero-knowledge proofs</a:t>
            </a:r>
            <a:endParaRPr b="1" i="0" sz="2000" u="none" cap="none" strike="noStrike"/>
          </a:p>
          <a:p>
            <a:pPr indent="0" lvl="0" marL="0" marR="0" rtl="0" algn="r">
              <a:lnSpc>
                <a:spcPct val="80000"/>
              </a:lnSpc>
              <a:spcBef>
                <a:spcPts val="1001"/>
              </a:spcBef>
              <a:spcAft>
                <a:spcPts val="0"/>
              </a:spcAft>
              <a:buNone/>
            </a:pPr>
            <a:r>
              <a:rPr b="1" i="0" lang="en-IN" sz="2000" u="none" cap="none" strike="noStrike">
                <a:solidFill>
                  <a:srgbClr val="000000"/>
                </a:solidFill>
                <a:latin typeface="Century Gothic"/>
                <a:ea typeface="Century Gothic"/>
                <a:cs typeface="Century Gothic"/>
                <a:sym typeface="Century Gothic"/>
              </a:rPr>
              <a:t>to maintain voter privacy and prevent fraud.</a:t>
            </a:r>
            <a:endParaRPr b="1" i="0" sz="2000" u="none" cap="none" strike="noStrike"/>
          </a:p>
        </p:txBody>
      </p:sp>
      <p:sp>
        <p:nvSpPr>
          <p:cNvPr id="293" name="Google Shape;293;p67"/>
          <p:cNvSpPr txBox="1"/>
          <p:nvPr/>
        </p:nvSpPr>
        <p:spPr>
          <a:xfrm>
            <a:off x="259200" y="1292040"/>
            <a:ext cx="5359320" cy="523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800" u="none" cap="none" strike="noStrike">
                <a:solidFill>
                  <a:srgbClr val="000000"/>
                </a:solidFill>
                <a:latin typeface="Century Gothic"/>
                <a:ea typeface="Century Gothic"/>
                <a:cs typeface="Century Gothic"/>
                <a:sym typeface="Century Gothic"/>
              </a:rPr>
              <a:t>Project Title:</a:t>
            </a:r>
            <a:endParaRPr b="0" i="0" sz="2800" u="none" cap="none" strike="noStrike">
              <a:latin typeface="Arial"/>
              <a:ea typeface="Arial"/>
              <a:cs typeface="Arial"/>
              <a:sym typeface="Arial"/>
            </a:endParaRPr>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7" name="Shape 297"/>
        <p:cNvGrpSpPr/>
        <p:nvPr/>
      </p:nvGrpSpPr>
      <p:grpSpPr>
        <a:xfrm>
          <a:off x="0" y="0"/>
          <a:ext cx="0" cy="0"/>
          <a:chOff x="0" y="0"/>
          <a:chExt cx="0" cy="0"/>
        </a:xfrm>
      </p:grpSpPr>
      <p:sp>
        <p:nvSpPr>
          <p:cNvPr id="298" name="Google Shape;298;p68"/>
          <p:cNvSpPr txBox="1"/>
          <p:nvPr/>
        </p:nvSpPr>
        <p:spPr>
          <a:xfrm>
            <a:off x="7861320" y="751320"/>
            <a:ext cx="3645000" cy="546732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0" i="0" lang="en-IN" sz="3200" u="none" cap="none" strike="noStrike">
                <a:solidFill>
                  <a:srgbClr val="000000"/>
                </a:solidFill>
                <a:latin typeface="Century Gothic"/>
                <a:ea typeface="Century Gothic"/>
                <a:cs typeface="Century Gothic"/>
                <a:sym typeface="Century Gothic"/>
              </a:rPr>
              <a:t>PROBLEM STATEMENT</a:t>
            </a:r>
            <a:endParaRPr b="0" i="0" sz="3200" u="none" cap="none" strike="noStrike">
              <a:latin typeface="Arial"/>
              <a:ea typeface="Arial"/>
              <a:cs typeface="Arial"/>
              <a:sym typeface="Arial"/>
            </a:endParaRPr>
          </a:p>
        </p:txBody>
      </p:sp>
      <p:pic>
        <p:nvPicPr>
          <p:cNvPr descr="A hand putting a paper into a ballot box" id="299" name="Google Shape;299;p68"/>
          <p:cNvPicPr preferRelativeResize="0"/>
          <p:nvPr/>
        </p:nvPicPr>
        <p:blipFill rotWithShape="1">
          <a:blip r:embed="rId4">
            <a:alphaModFix/>
          </a:blip>
          <a:srcRect b="0" l="22393" r="22394" t="0"/>
          <a:stretch/>
        </p:blipFill>
        <p:spPr>
          <a:xfrm>
            <a:off x="7861320" y="751320"/>
            <a:ext cx="3645000" cy="5467320"/>
          </a:xfrm>
          <a:prstGeom prst="rect">
            <a:avLst/>
          </a:prstGeom>
          <a:noFill/>
          <a:ln>
            <a:noFill/>
          </a:ln>
        </p:spPr>
      </p:pic>
      <p:sp>
        <p:nvSpPr>
          <p:cNvPr id="300" name="Google Shape;300;p68"/>
          <p:cNvSpPr txBox="1"/>
          <p:nvPr/>
        </p:nvSpPr>
        <p:spPr>
          <a:xfrm>
            <a:off x="562775" y="1801675"/>
            <a:ext cx="6873000" cy="3894000"/>
          </a:xfrm>
          <a:prstGeom prst="rect">
            <a:avLst/>
          </a:prstGeom>
          <a:noFill/>
          <a:ln>
            <a:noFill/>
          </a:ln>
        </p:spPr>
        <p:txBody>
          <a:bodyPr anchorCtr="0" anchor="t" bIns="45700" lIns="91425" spcFirstLastPara="1" rIns="91425" wrap="square" tIns="45700">
            <a:normAutofit/>
          </a:bodyPr>
          <a:lstStyle/>
          <a:p>
            <a:pPr indent="0" lvl="0" marL="0" marR="0" rtl="0" algn="l">
              <a:lnSpc>
                <a:spcPct val="140000"/>
              </a:lnSpc>
              <a:spcBef>
                <a:spcPts val="0"/>
              </a:spcBef>
              <a:spcAft>
                <a:spcPts val="0"/>
              </a:spcAft>
              <a:buNone/>
            </a:pPr>
            <a:br>
              <a:rPr b="1" i="0" lang="en-IN" sz="1800" u="none" cap="none" strike="noStrike">
                <a:solidFill>
                  <a:schemeClr val="lt1"/>
                </a:solidFill>
              </a:rPr>
            </a:br>
            <a:r>
              <a:rPr b="1" i="0" lang="en-IN" sz="1500" u="none" cap="none" strike="noStrike">
                <a:solidFill>
                  <a:schemeClr val="lt1"/>
                </a:solidFill>
                <a:latin typeface="Calibri"/>
                <a:ea typeface="Calibri"/>
                <a:cs typeface="Calibri"/>
                <a:sym typeface="Calibri"/>
              </a:rPr>
              <a:t>Voting is a method for a group of individuals to make a collective decision or voice their cumulative opinion to arrive at a consensus. The results of a vote can have far reaching consequences due to which it is imperative to maintain integrity by ensuring that there is no scope for fraud or cheating to occur while the votes are being cast. It is highly crucial that voting is carried out in a fair and just manner.</a:t>
            </a:r>
            <a:endParaRPr b="1" i="0" sz="1500" u="none" cap="none" strike="noStrike">
              <a:solidFill>
                <a:schemeClr val="lt1"/>
              </a:solidFill>
            </a:endParaRPr>
          </a:p>
          <a:p>
            <a:pPr indent="0" lvl="0" marL="0" marR="0" rtl="0" algn="l">
              <a:lnSpc>
                <a:spcPct val="140000"/>
              </a:lnSpc>
              <a:spcBef>
                <a:spcPts val="1752"/>
              </a:spcBef>
              <a:spcAft>
                <a:spcPts val="0"/>
              </a:spcAft>
              <a:buNone/>
            </a:pPr>
            <a:r>
              <a:rPr b="1" i="0" lang="en-IN" sz="1500" u="none" cap="none" strike="noStrike">
                <a:solidFill>
                  <a:schemeClr val="lt1"/>
                </a:solidFill>
                <a:latin typeface="Calibri"/>
                <a:ea typeface="Calibri"/>
                <a:cs typeface="Calibri"/>
                <a:sym typeface="Calibri"/>
              </a:rPr>
              <a:t>This Electronic Voting System has been developed to help eliminate any chance of tampering and improve the reliability and dependability of a voting system.</a:t>
            </a:r>
            <a:endParaRPr b="1" i="0" sz="1500" u="none" cap="none" strike="noStrike">
              <a:solidFill>
                <a:schemeClr val="lt1"/>
              </a:solidFill>
            </a:endParaRPr>
          </a:p>
          <a:p>
            <a:pPr indent="0" lvl="0" marL="0" marR="0" rtl="0" algn="l">
              <a:lnSpc>
                <a:spcPct val="140000"/>
              </a:lnSpc>
              <a:spcBef>
                <a:spcPts val="1800"/>
              </a:spcBef>
              <a:spcAft>
                <a:spcPts val="0"/>
              </a:spcAft>
              <a:buNone/>
            </a:pPr>
            <a:r>
              <a:rPr b="1" i="0" lang="en-IN" sz="1500" u="none" cap="none" strike="noStrike">
                <a:solidFill>
                  <a:schemeClr val="lt1"/>
                </a:solidFill>
                <a:latin typeface="Calibri"/>
                <a:ea typeface="Calibri"/>
                <a:cs typeface="Calibri"/>
                <a:sym typeface="Calibri"/>
              </a:rPr>
              <a:t>This system consists of two entities namely; The Admin and The Voter (The User). </a:t>
            </a:r>
            <a:endParaRPr b="1" i="0" sz="1500" u="none" cap="none" strike="noStrike">
              <a:solidFill>
                <a:schemeClr val="lt1"/>
              </a:solidFill>
            </a:endParaRPr>
          </a:p>
          <a:p>
            <a:pPr indent="0" lvl="0" marL="0" marR="0" rtl="0" algn="l">
              <a:lnSpc>
                <a:spcPct val="80000"/>
              </a:lnSpc>
              <a:spcBef>
                <a:spcPts val="1800"/>
              </a:spcBef>
              <a:spcAft>
                <a:spcPts val="0"/>
              </a:spcAft>
              <a:buNone/>
            </a:pPr>
            <a:r>
              <a:rPr b="1" i="0" lang="en-IN" sz="1400" u="none" cap="none" strike="noStrike">
                <a:solidFill>
                  <a:schemeClr val="lt1"/>
                </a:solidFill>
                <a:latin typeface="Century Gothic"/>
                <a:ea typeface="Century Gothic"/>
                <a:cs typeface="Century Gothic"/>
                <a:sym typeface="Century Gothic"/>
              </a:rPr>
              <a:t> </a:t>
            </a:r>
            <a:endParaRPr b="1" i="0" sz="1400" u="none" cap="none" strike="noStrike">
              <a:solidFill>
                <a:schemeClr val="lt1"/>
              </a:solidFill>
            </a:endParaRPr>
          </a:p>
        </p:txBody>
      </p:sp>
    </p:spTree>
  </p:cSld>
  <p:clrMapOvr>
    <a:masterClrMapping/>
  </p:clrMapOvr>
  <mc:AlternateContent>
    <mc:Choice Requires="p14">
      <p:transition spd="slow">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4" name="Shape 304"/>
        <p:cNvGrpSpPr/>
        <p:nvPr/>
      </p:nvGrpSpPr>
      <p:grpSpPr>
        <a:xfrm>
          <a:off x="0" y="0"/>
          <a:ext cx="0" cy="0"/>
          <a:chOff x="0" y="0"/>
          <a:chExt cx="0" cy="0"/>
        </a:xfrm>
      </p:grpSpPr>
      <p:sp>
        <p:nvSpPr>
          <p:cNvPr id="305" name="Google Shape;305;p69"/>
          <p:cNvSpPr txBox="1"/>
          <p:nvPr/>
        </p:nvSpPr>
        <p:spPr>
          <a:xfrm>
            <a:off x="501275" y="1847799"/>
            <a:ext cx="6873000" cy="39861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30000"/>
              </a:lnSpc>
              <a:spcBef>
                <a:spcPts val="0"/>
              </a:spcBef>
              <a:spcAft>
                <a:spcPts val="0"/>
              </a:spcAft>
              <a:buNone/>
            </a:pPr>
            <a:r>
              <a:rPr b="0" i="0" lang="en-IN" sz="1700" u="none" cap="none" strike="noStrike">
                <a:solidFill>
                  <a:schemeClr val="lt1"/>
                </a:solidFill>
                <a:latin typeface="Calibri"/>
                <a:ea typeface="Calibri"/>
                <a:cs typeface="Calibri"/>
                <a:sym typeface="Calibri"/>
              </a:rPr>
              <a:t>Once the Voter has logged in to the system using their valid username and password, they can view the upcoming elections and the candidates contesting the election. Users can also view results once the elections have concluded. This system also shows user the elections that they have participated in so far. </a:t>
            </a:r>
            <a:endParaRPr b="0" i="0" sz="1700" u="none" cap="none" strike="noStrike">
              <a:solidFill>
                <a:schemeClr val="lt1"/>
              </a:solidFill>
              <a:latin typeface="Arial"/>
              <a:ea typeface="Arial"/>
              <a:cs typeface="Arial"/>
              <a:sym typeface="Arial"/>
            </a:endParaRPr>
          </a:p>
          <a:p>
            <a:pPr indent="0" lvl="0" marL="0" marR="0" rtl="0" algn="l">
              <a:lnSpc>
                <a:spcPct val="130000"/>
              </a:lnSpc>
              <a:spcBef>
                <a:spcPts val="1800"/>
              </a:spcBef>
              <a:spcAft>
                <a:spcPts val="0"/>
              </a:spcAft>
              <a:buNone/>
            </a:pPr>
            <a:r>
              <a:rPr b="0" i="0" lang="en-IN" sz="1700" u="none" cap="none" strike="noStrike">
                <a:solidFill>
                  <a:schemeClr val="lt1"/>
                </a:solidFill>
                <a:latin typeface="Calibri"/>
                <a:ea typeface="Calibri"/>
                <a:cs typeface="Calibri"/>
                <a:sym typeface="Calibri"/>
              </a:rPr>
              <a:t>On the other side of the application, the admin can view the list of candidates contesting, the list of voters, and the list of elections.</a:t>
            </a:r>
            <a:endParaRPr b="0" i="0" sz="1700" u="none" cap="none" strike="noStrike">
              <a:solidFill>
                <a:schemeClr val="lt1"/>
              </a:solidFill>
              <a:latin typeface="Arial"/>
              <a:ea typeface="Arial"/>
              <a:cs typeface="Arial"/>
              <a:sym typeface="Arial"/>
            </a:endParaRPr>
          </a:p>
          <a:p>
            <a:pPr indent="0" lvl="0" marL="0" marR="0" rtl="0" algn="l">
              <a:lnSpc>
                <a:spcPct val="130000"/>
              </a:lnSpc>
              <a:spcBef>
                <a:spcPts val="1800"/>
              </a:spcBef>
              <a:spcAft>
                <a:spcPts val="0"/>
              </a:spcAft>
              <a:buNone/>
            </a:pPr>
            <a:r>
              <a:rPr b="0" i="0" lang="en-IN" sz="1700" u="none" cap="none" strike="noStrike">
                <a:solidFill>
                  <a:schemeClr val="lt1"/>
                </a:solidFill>
                <a:latin typeface="Calibri"/>
                <a:ea typeface="Calibri"/>
                <a:cs typeface="Calibri"/>
                <a:sym typeface="Calibri"/>
              </a:rPr>
              <a:t>Since this system maintains the data using blockchain, it is highly dependable and can be easily scanned to check for signs of tampering and malpractice.</a:t>
            </a:r>
            <a:endParaRPr b="0" i="0" sz="1700" u="none" cap="none" strike="noStrike">
              <a:solidFill>
                <a:schemeClr val="lt1"/>
              </a:solidFill>
              <a:latin typeface="Arial"/>
              <a:ea typeface="Arial"/>
              <a:cs typeface="Arial"/>
              <a:sym typeface="Arial"/>
            </a:endParaRPr>
          </a:p>
          <a:p>
            <a:pPr indent="0" lvl="0" marL="0" marR="0" rtl="0" algn="l">
              <a:lnSpc>
                <a:spcPct val="70000"/>
              </a:lnSpc>
              <a:spcBef>
                <a:spcPts val="1800"/>
              </a:spcBef>
              <a:spcAft>
                <a:spcPts val="0"/>
              </a:spcAft>
              <a:buNone/>
            </a:pPr>
            <a:br>
              <a:rPr b="0" i="0" lang="en-IN" sz="1800" u="none" cap="none" strike="noStrike">
                <a:solidFill>
                  <a:schemeClr val="lt1"/>
                </a:solidFill>
              </a:rPr>
            </a:br>
            <a:r>
              <a:rPr b="0" i="0" lang="en-IN" sz="1700" u="none" cap="none" strike="noStrike">
                <a:solidFill>
                  <a:schemeClr val="lt1"/>
                </a:solidFill>
                <a:latin typeface="Calibri"/>
                <a:ea typeface="Calibri"/>
                <a:cs typeface="Calibri"/>
                <a:sym typeface="Calibri"/>
              </a:rPr>
              <a:t> </a:t>
            </a:r>
            <a:endParaRPr b="0" i="0" sz="1700" u="none" cap="none" strike="noStrike">
              <a:solidFill>
                <a:schemeClr val="lt1"/>
              </a:solidFill>
              <a:latin typeface="Arial"/>
              <a:ea typeface="Arial"/>
              <a:cs typeface="Arial"/>
              <a:sym typeface="Arial"/>
            </a:endParaRPr>
          </a:p>
        </p:txBody>
      </p:sp>
      <p:pic>
        <p:nvPicPr>
          <p:cNvPr id="306" name="Google Shape;306;p69"/>
          <p:cNvPicPr preferRelativeResize="0"/>
          <p:nvPr/>
        </p:nvPicPr>
        <p:blipFill>
          <a:blip r:embed="rId4">
            <a:alphaModFix/>
          </a:blip>
          <a:stretch>
            <a:fillRect/>
          </a:stretch>
        </p:blipFill>
        <p:spPr>
          <a:xfrm>
            <a:off x="7599150" y="767475"/>
            <a:ext cx="4179051" cy="5420100"/>
          </a:xfrm>
          <a:prstGeom prst="rect">
            <a:avLst/>
          </a:prstGeom>
          <a:noFill/>
          <a:ln>
            <a:noFill/>
          </a:ln>
        </p:spPr>
      </p:pic>
    </p:spTree>
  </p:cSld>
  <p:clrMapOvr>
    <a:masterClrMapping/>
  </p:clrMapOvr>
  <mc:AlternateContent>
    <mc:Choice Requires="p14">
      <p:transition spd="slow">
        <p14:gallery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0" name="Shape 310"/>
        <p:cNvGrpSpPr/>
        <p:nvPr/>
      </p:nvGrpSpPr>
      <p:grpSpPr>
        <a:xfrm>
          <a:off x="0" y="0"/>
          <a:ext cx="0" cy="0"/>
          <a:chOff x="0" y="0"/>
          <a:chExt cx="0" cy="0"/>
        </a:xfrm>
      </p:grpSpPr>
      <p:sp>
        <p:nvSpPr>
          <p:cNvPr id="311" name="Google Shape;311;p70"/>
          <p:cNvSpPr txBox="1"/>
          <p:nvPr/>
        </p:nvSpPr>
        <p:spPr>
          <a:xfrm>
            <a:off x="685800" y="753480"/>
            <a:ext cx="10820520" cy="2802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IN" sz="3200" u="none" cap="none" strike="noStrike">
                <a:solidFill>
                  <a:srgbClr val="000000"/>
                </a:solidFill>
                <a:latin typeface="Century Gothic"/>
                <a:ea typeface="Century Gothic"/>
                <a:cs typeface="Century Gothic"/>
                <a:sym typeface="Century Gothic"/>
              </a:rPr>
              <a:t>WORKING OF THE SYSTEM</a:t>
            </a:r>
            <a:endParaRPr b="0" i="0" sz="3200" u="none" cap="none" strike="noStrike">
              <a:latin typeface="Arial"/>
              <a:ea typeface="Arial"/>
              <a:cs typeface="Arial"/>
              <a:sym typeface="Arial"/>
            </a:endParaRPr>
          </a:p>
        </p:txBody>
      </p:sp>
      <p:sp>
        <p:nvSpPr>
          <p:cNvPr id="312" name="Google Shape;312;p70"/>
          <p:cNvSpPr txBox="1"/>
          <p:nvPr/>
        </p:nvSpPr>
        <p:spPr>
          <a:xfrm>
            <a:off x="1024560" y="3648960"/>
            <a:ext cx="10130400" cy="999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IN" sz="1800" u="none" cap="none" strike="noStrike">
                <a:solidFill>
                  <a:srgbClr val="0E101A"/>
                </a:solidFill>
                <a:latin typeface="Calibri"/>
                <a:ea typeface="Calibri"/>
                <a:cs typeface="Calibri"/>
                <a:sym typeface="Calibri"/>
              </a:rPr>
              <a:t>In this system, the admin is the sole authority to manage elections, candidates and voters. Admin can also view the votes. Admin can also check if any vote is tampered, thus checking and verifying the block.</a:t>
            </a:r>
            <a:endParaRPr b="0" i="0" sz="1800" u="none" cap="none" strike="noStrike">
              <a:latin typeface="Arial"/>
              <a:ea typeface="Arial"/>
              <a:cs typeface="Arial"/>
              <a:sym typeface="Arial"/>
            </a:endParaRPr>
          </a:p>
          <a:p>
            <a:pPr indent="0" lvl="0" marL="0" marR="0" rtl="0" algn="l">
              <a:lnSpc>
                <a:spcPct val="90000"/>
              </a:lnSpc>
              <a:spcBef>
                <a:spcPts val="1001"/>
              </a:spcBef>
              <a:spcAft>
                <a:spcPts val="0"/>
              </a:spcAft>
              <a:buNone/>
            </a:pPr>
            <a:r>
              <a:rPr b="0" i="0" lang="en-IN" sz="1800" u="none" cap="none" strike="noStrike">
                <a:solidFill>
                  <a:srgbClr val="0E101A"/>
                </a:solidFill>
                <a:latin typeface="Calibri"/>
                <a:ea typeface="Calibri"/>
                <a:cs typeface="Calibri"/>
                <a:sym typeface="Calibri"/>
              </a:rPr>
              <a:t>Voter can view Elections and cast their vote, also can view the winner but cannot see the winning ratio or votes etc. The system uses Blockchain technology to create a block of every vote thus protecting its identity.</a:t>
            </a:r>
            <a:br>
              <a:rPr b="0" i="0" lang="en-IN" sz="1800" u="none" cap="none" strike="noStrike"/>
            </a:br>
            <a:br>
              <a:rPr b="0" i="0" lang="en-IN" sz="1800" u="none" cap="none" strike="noStrike"/>
            </a:br>
            <a:r>
              <a:rPr b="0" i="0" lang="en-IN" sz="1800" u="none" cap="none" strike="noStrike">
                <a:solidFill>
                  <a:srgbClr val="000000"/>
                </a:solidFill>
                <a:latin typeface="Calibri"/>
                <a:ea typeface="Calibri"/>
                <a:cs typeface="Calibri"/>
                <a:sym typeface="Calibri"/>
              </a:rPr>
              <a:t>The system comprises of 2 major modules with their sub-modules as follows: </a:t>
            </a:r>
            <a:endParaRPr b="0" i="0" sz="1800" u="none" cap="none" strike="noStrike">
              <a:latin typeface="Arial"/>
              <a:ea typeface="Arial"/>
              <a:cs typeface="Arial"/>
              <a:sym typeface="Arial"/>
            </a:endParaRPr>
          </a:p>
          <a:p>
            <a:pPr indent="0" lvl="0" marL="0" marR="0" rtl="0" algn="l">
              <a:lnSpc>
                <a:spcPct val="90000"/>
              </a:lnSpc>
              <a:spcBef>
                <a:spcPts val="1001"/>
              </a:spcBef>
              <a:spcAft>
                <a:spcPts val="0"/>
              </a:spcAft>
              <a:buNone/>
            </a:pPr>
            <a:r>
              <a:rPr b="1" i="0" lang="en-IN" sz="1800" u="none" cap="none" strike="noStrike">
                <a:solidFill>
                  <a:srgbClr val="000000"/>
                </a:solidFill>
                <a:latin typeface="Times New Roman"/>
                <a:ea typeface="Times New Roman"/>
                <a:cs typeface="Times New Roman"/>
                <a:sym typeface="Times New Roman"/>
              </a:rPr>
              <a:t> </a:t>
            </a:r>
            <a:endParaRPr b="0" i="0" sz="1800" u="none" cap="none" strike="noStrike">
              <a:latin typeface="Arial"/>
              <a:ea typeface="Arial"/>
              <a:cs typeface="Arial"/>
              <a:sym typeface="Arial"/>
            </a:endParaRPr>
          </a:p>
          <a:p>
            <a:pPr indent="0" lvl="0" marL="0" marR="0" rtl="0" algn="l">
              <a:lnSpc>
                <a:spcPct val="90000"/>
              </a:lnSpc>
              <a:spcBef>
                <a:spcPts val="1001"/>
              </a:spcBef>
              <a:spcAft>
                <a:spcPts val="0"/>
              </a:spcAft>
              <a:buNone/>
            </a:pPr>
            <a:r>
              <a:rPr b="0" i="0" lang="en-IN" sz="1800" u="none" cap="none" strike="noStrike">
                <a:solidFill>
                  <a:srgbClr val="0E101A"/>
                </a:solidFill>
                <a:latin typeface="Calibri"/>
                <a:ea typeface="Calibri"/>
                <a:cs typeface="Calibri"/>
                <a:sym typeface="Calibri"/>
              </a:rPr>
              <a:t> </a:t>
            </a:r>
            <a:endParaRPr b="0" i="0" sz="1800" u="none" cap="none" strike="noStrike">
              <a:latin typeface="Arial"/>
              <a:ea typeface="Arial"/>
              <a:cs typeface="Arial"/>
              <a:sym typeface="Arial"/>
            </a:endParaRPr>
          </a:p>
          <a:p>
            <a:pPr indent="0" lvl="0" marL="0" marR="0" rtl="0" algn="l">
              <a:lnSpc>
                <a:spcPct val="90000"/>
              </a:lnSpc>
              <a:spcBef>
                <a:spcPts val="1001"/>
              </a:spcBef>
              <a:spcAft>
                <a:spcPts val="0"/>
              </a:spcAft>
              <a:buNone/>
            </a:pPr>
            <a:r>
              <a:rPr b="0" i="0" lang="en-IN" sz="1600" u="none" cap="none" strike="noStrike">
                <a:solidFill>
                  <a:srgbClr val="000000"/>
                </a:solidFill>
                <a:latin typeface="Century Gothic"/>
                <a:ea typeface="Century Gothic"/>
                <a:cs typeface="Century Gothic"/>
                <a:sym typeface="Century Gothic"/>
              </a:rPr>
              <a:t> </a:t>
            </a:r>
            <a:endParaRPr b="0" i="0" sz="1600" u="none" cap="none" strike="noStrike">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6" name="Shape 316"/>
        <p:cNvGrpSpPr/>
        <p:nvPr/>
      </p:nvGrpSpPr>
      <p:grpSpPr>
        <a:xfrm>
          <a:off x="0" y="0"/>
          <a:ext cx="0" cy="0"/>
          <a:chOff x="0" y="0"/>
          <a:chExt cx="0" cy="0"/>
        </a:xfrm>
      </p:grpSpPr>
      <p:sp>
        <p:nvSpPr>
          <p:cNvPr id="317" name="Google Shape;317;p71"/>
          <p:cNvSpPr txBox="1"/>
          <p:nvPr/>
        </p:nvSpPr>
        <p:spPr>
          <a:xfrm>
            <a:off x="7861320" y="751320"/>
            <a:ext cx="3645000" cy="546732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IN" sz="2400" u="sng" cap="none" strike="noStrike">
                <a:solidFill>
                  <a:srgbClr val="000000"/>
                </a:solidFill>
                <a:latin typeface="Calibri"/>
                <a:ea typeface="Calibri"/>
                <a:cs typeface="Calibri"/>
                <a:sym typeface="Calibri"/>
              </a:rPr>
              <a:t>ADMIN:</a:t>
            </a:r>
            <a:br>
              <a:rPr b="0" i="0" lang="en-IN" sz="1800" u="none" cap="none" strike="noStrike"/>
            </a:br>
            <a:endParaRPr b="0" i="0" sz="2400" u="none" cap="none" strike="noStrike">
              <a:latin typeface="Arial"/>
              <a:ea typeface="Arial"/>
              <a:cs typeface="Arial"/>
              <a:sym typeface="Arial"/>
            </a:endParaRPr>
          </a:p>
        </p:txBody>
      </p:sp>
      <p:pic>
        <p:nvPicPr>
          <p:cNvPr descr="A screenshot of a login form&#10;&#10;Description automatically generated" id="318" name="Google Shape;318;p71"/>
          <p:cNvPicPr preferRelativeResize="0"/>
          <p:nvPr/>
        </p:nvPicPr>
        <p:blipFill rotWithShape="1">
          <a:blip r:embed="rId4">
            <a:alphaModFix/>
          </a:blip>
          <a:srcRect b="0" l="27388" r="27388" t="0"/>
          <a:stretch/>
        </p:blipFill>
        <p:spPr>
          <a:xfrm>
            <a:off x="7861320" y="751320"/>
            <a:ext cx="3645000" cy="5467320"/>
          </a:xfrm>
          <a:prstGeom prst="rect">
            <a:avLst/>
          </a:prstGeom>
          <a:noFill/>
          <a:ln>
            <a:noFill/>
          </a:ln>
        </p:spPr>
      </p:pic>
      <p:sp>
        <p:nvSpPr>
          <p:cNvPr id="319" name="Google Shape;319;p71"/>
          <p:cNvSpPr txBox="1"/>
          <p:nvPr/>
        </p:nvSpPr>
        <p:spPr>
          <a:xfrm>
            <a:off x="608925" y="1881728"/>
            <a:ext cx="6873000" cy="4490400"/>
          </a:xfrm>
          <a:prstGeom prst="rect">
            <a:avLst/>
          </a:prstGeom>
          <a:noFill/>
          <a:ln>
            <a:noFill/>
          </a:ln>
        </p:spPr>
        <p:txBody>
          <a:bodyPr anchorCtr="0" anchor="t" bIns="45700" lIns="91425" spcFirstLastPara="1" rIns="91425" wrap="square" tIns="45700">
            <a:normAutofit/>
          </a:bodyPr>
          <a:lstStyle/>
          <a:p>
            <a:pPr indent="-343080" lvl="0" marL="343080" marR="0" rtl="0" algn="l">
              <a:lnSpc>
                <a:spcPct val="97000"/>
              </a:lnSpc>
              <a:spcBef>
                <a:spcPts val="0"/>
              </a:spcBef>
              <a:spcAft>
                <a:spcPts val="0"/>
              </a:spcAft>
              <a:buClr>
                <a:srgbClr val="000000"/>
              </a:buClr>
              <a:buSzPts val="1500"/>
              <a:buFont typeface="Noto Sans Symbols"/>
              <a:buChar char="∙"/>
            </a:pPr>
            <a:r>
              <a:rPr b="1" i="0" lang="en-IN" sz="1500" u="sng" cap="none" strike="noStrike">
                <a:solidFill>
                  <a:srgbClr val="000000"/>
                </a:solidFill>
                <a:latin typeface="Calibri"/>
                <a:ea typeface="Calibri"/>
                <a:cs typeface="Calibri"/>
                <a:sym typeface="Calibri"/>
              </a:rPr>
              <a:t>Login: </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Admin can login using id and password.</a:t>
            </a:r>
            <a:endParaRPr b="0" i="0" sz="1500" u="none" cap="none" strike="noStrike">
              <a:latin typeface="Arial"/>
              <a:ea typeface="Arial"/>
              <a:cs typeface="Arial"/>
              <a:sym typeface="Arial"/>
            </a:endParaRPr>
          </a:p>
          <a:p>
            <a:pPr indent="-343080" lvl="0" marL="343080" marR="0" rtl="0" algn="l">
              <a:lnSpc>
                <a:spcPct val="97000"/>
              </a:lnSpc>
              <a:spcBef>
                <a:spcPts val="1001"/>
              </a:spcBef>
              <a:spcAft>
                <a:spcPts val="0"/>
              </a:spcAft>
              <a:buClr>
                <a:srgbClr val="000000"/>
              </a:buClr>
              <a:buSzPts val="1500"/>
              <a:buFont typeface="Noto Sans Symbols"/>
              <a:buChar char="∙"/>
            </a:pPr>
            <a:r>
              <a:rPr b="1" i="0" lang="en-IN" sz="1500" u="sng" cap="none" strike="noStrike">
                <a:solidFill>
                  <a:srgbClr val="000000"/>
                </a:solidFill>
                <a:latin typeface="Calibri"/>
                <a:ea typeface="Calibri"/>
                <a:cs typeface="Calibri"/>
                <a:sym typeface="Calibri"/>
              </a:rPr>
              <a:t>Manage Elections: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Add/update/delete/view Elections.</a:t>
            </a:r>
            <a:endParaRPr b="0" i="0" sz="1500" u="none" cap="none" strike="noStrike">
              <a:latin typeface="Arial"/>
              <a:ea typeface="Arial"/>
              <a:cs typeface="Arial"/>
              <a:sym typeface="Arial"/>
            </a:endParaRPr>
          </a:p>
          <a:p>
            <a:pPr indent="-343080" lvl="0" marL="343080" marR="0" rtl="0" algn="l">
              <a:lnSpc>
                <a:spcPct val="97000"/>
              </a:lnSpc>
              <a:spcBef>
                <a:spcPts val="1001"/>
              </a:spcBef>
              <a:spcAft>
                <a:spcPts val="0"/>
              </a:spcAft>
              <a:buClr>
                <a:srgbClr val="000000"/>
              </a:buClr>
              <a:buSzPts val="1500"/>
              <a:buFont typeface="Noto Sans Symbols"/>
              <a:buChar char="∙"/>
            </a:pPr>
            <a:r>
              <a:rPr b="1" i="0" lang="en-IN" sz="1500" u="sng" cap="none" strike="noStrike">
                <a:solidFill>
                  <a:srgbClr val="000000"/>
                </a:solidFill>
                <a:latin typeface="Calibri"/>
                <a:ea typeface="Calibri"/>
                <a:cs typeface="Calibri"/>
                <a:sym typeface="Calibri"/>
              </a:rPr>
              <a:t>Manage Candidates: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Add/update/delete/view Candidates.</a:t>
            </a:r>
            <a:endParaRPr b="0" i="0" sz="1500" u="none" cap="none" strike="noStrike">
              <a:latin typeface="Arial"/>
              <a:ea typeface="Arial"/>
              <a:cs typeface="Arial"/>
              <a:sym typeface="Arial"/>
            </a:endParaRPr>
          </a:p>
          <a:p>
            <a:pPr indent="-343080" lvl="0" marL="343080" marR="0" rtl="0" algn="l">
              <a:lnSpc>
                <a:spcPct val="97000"/>
              </a:lnSpc>
              <a:spcBef>
                <a:spcPts val="1001"/>
              </a:spcBef>
              <a:spcAft>
                <a:spcPts val="0"/>
              </a:spcAft>
              <a:buClr>
                <a:srgbClr val="000000"/>
              </a:buClr>
              <a:buSzPts val="1500"/>
              <a:buFont typeface="Noto Sans Symbols"/>
              <a:buChar char="∙"/>
            </a:pPr>
            <a:r>
              <a:rPr b="1" i="0" lang="en-IN" sz="1500" u="sng" cap="none" strike="noStrike">
                <a:solidFill>
                  <a:srgbClr val="000000"/>
                </a:solidFill>
                <a:latin typeface="Calibri"/>
                <a:ea typeface="Calibri"/>
                <a:cs typeface="Calibri"/>
                <a:sym typeface="Calibri"/>
              </a:rPr>
              <a:t>Manage Voters: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Add/update/delete/view Voters.</a:t>
            </a:r>
            <a:endParaRPr b="0" i="0" sz="1500" u="none" cap="none" strike="noStrike">
              <a:latin typeface="Arial"/>
              <a:ea typeface="Arial"/>
              <a:cs typeface="Arial"/>
              <a:sym typeface="Arial"/>
            </a:endParaRPr>
          </a:p>
          <a:p>
            <a:pPr indent="-343080" lvl="0" marL="343080" marR="0" rtl="0" algn="l">
              <a:lnSpc>
                <a:spcPct val="97000"/>
              </a:lnSpc>
              <a:spcBef>
                <a:spcPts val="1001"/>
              </a:spcBef>
              <a:spcAft>
                <a:spcPts val="0"/>
              </a:spcAft>
              <a:buClr>
                <a:srgbClr val="000000"/>
              </a:buClr>
              <a:buSzPts val="1500"/>
              <a:buFont typeface="Noto Sans Symbols"/>
              <a:buChar char="∙"/>
            </a:pPr>
            <a:r>
              <a:rPr b="1" i="0" lang="en-IN" sz="1500" u="sng" cap="none" strike="noStrike">
                <a:solidFill>
                  <a:srgbClr val="000000"/>
                </a:solidFill>
                <a:latin typeface="Calibri"/>
                <a:ea typeface="Calibri"/>
                <a:cs typeface="Calibri"/>
                <a:sym typeface="Calibri"/>
              </a:rPr>
              <a:t>View Votes: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list of elections.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List of voters</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Winner</a:t>
            </a:r>
            <a:endParaRPr b="0" i="0" sz="1500" u="none" cap="none" strike="noStrike">
              <a:latin typeface="Arial"/>
              <a:ea typeface="Arial"/>
              <a:cs typeface="Arial"/>
              <a:sym typeface="Arial"/>
            </a:endParaRPr>
          </a:p>
          <a:p>
            <a:pPr indent="-285840" lvl="1" marL="743040" marR="0" rtl="0" algn="l">
              <a:lnSpc>
                <a:spcPct val="97000"/>
              </a:lnSpc>
              <a:spcBef>
                <a:spcPts val="499"/>
              </a:spcBef>
              <a:spcAft>
                <a:spcPts val="0"/>
              </a:spcAft>
              <a:buClr>
                <a:srgbClr val="000000"/>
              </a:buClr>
              <a:buSzPts val="1500"/>
              <a:buFont typeface="Calibri"/>
              <a:buChar char="-"/>
            </a:pPr>
            <a:r>
              <a:rPr b="0" i="0" lang="en-IN" sz="1500" u="none" cap="none" strike="noStrike">
                <a:solidFill>
                  <a:srgbClr val="000000"/>
                </a:solidFill>
                <a:latin typeface="Calibri"/>
                <a:ea typeface="Calibri"/>
                <a:cs typeface="Calibri"/>
                <a:sym typeface="Calibri"/>
              </a:rPr>
              <a:t>Verify data with block created to know if its tampered</a:t>
            </a:r>
            <a:endParaRPr b="0" i="0" sz="1500" u="none" cap="none" strike="noStrike">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72"/>
          <p:cNvSpPr txBox="1"/>
          <p:nvPr/>
        </p:nvSpPr>
        <p:spPr>
          <a:xfrm>
            <a:off x="7861320" y="751320"/>
            <a:ext cx="3645000" cy="546732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IN" sz="2400" u="sng" cap="none" strike="noStrike">
                <a:solidFill>
                  <a:srgbClr val="000000"/>
                </a:solidFill>
                <a:latin typeface="Calibri"/>
                <a:ea typeface="Calibri"/>
                <a:cs typeface="Calibri"/>
                <a:sym typeface="Calibri"/>
              </a:rPr>
              <a:t>VOTER:</a:t>
            </a:r>
            <a:br>
              <a:rPr b="0" i="0" lang="en-IN" sz="1800" u="none" cap="none" strike="noStrike"/>
            </a:br>
            <a:endParaRPr b="0" i="0" sz="2400" u="none" cap="none" strike="noStrike">
              <a:latin typeface="Arial"/>
              <a:ea typeface="Arial"/>
              <a:cs typeface="Arial"/>
              <a:sym typeface="Arial"/>
            </a:endParaRPr>
          </a:p>
        </p:txBody>
      </p:sp>
      <p:pic>
        <p:nvPicPr>
          <p:cNvPr descr="A screenshot of a cell phone&#10;&#10;Description automatically generated" id="325" name="Google Shape;325;p72"/>
          <p:cNvPicPr preferRelativeResize="0"/>
          <p:nvPr/>
        </p:nvPicPr>
        <p:blipFill rotWithShape="1">
          <a:blip r:embed="rId4">
            <a:alphaModFix/>
          </a:blip>
          <a:srcRect b="0" l="0" r="66225" t="0"/>
          <a:stretch/>
        </p:blipFill>
        <p:spPr>
          <a:xfrm>
            <a:off x="7295040" y="751320"/>
            <a:ext cx="4475520" cy="5467320"/>
          </a:xfrm>
          <a:prstGeom prst="rect">
            <a:avLst/>
          </a:prstGeom>
          <a:noFill/>
          <a:ln>
            <a:noFill/>
          </a:ln>
        </p:spPr>
      </p:pic>
      <p:sp>
        <p:nvSpPr>
          <p:cNvPr id="326" name="Google Shape;326;p72"/>
          <p:cNvSpPr txBox="1"/>
          <p:nvPr/>
        </p:nvSpPr>
        <p:spPr>
          <a:xfrm>
            <a:off x="525875" y="1881725"/>
            <a:ext cx="6971400" cy="3721500"/>
          </a:xfrm>
          <a:prstGeom prst="rect">
            <a:avLst/>
          </a:prstGeom>
          <a:noFill/>
          <a:ln>
            <a:noFill/>
          </a:ln>
        </p:spPr>
        <p:txBody>
          <a:bodyPr anchorCtr="0" anchor="t" bIns="45700" lIns="91425" spcFirstLastPara="1" rIns="91425" wrap="square" tIns="45700">
            <a:normAutofit lnSpcReduction="10000"/>
          </a:bodyPr>
          <a:lstStyle/>
          <a:p>
            <a:pPr indent="-343080" lvl="0" marL="343080" marR="0" rtl="0" algn="l">
              <a:lnSpc>
                <a:spcPct val="87000"/>
              </a:lnSpc>
              <a:spcBef>
                <a:spcPts val="0"/>
              </a:spcBef>
              <a:spcAft>
                <a:spcPts val="0"/>
              </a:spcAft>
              <a:buClr>
                <a:srgbClr val="000000"/>
              </a:buClr>
              <a:buSzPts val="1800"/>
              <a:buFont typeface="Noto Sans Symbols"/>
              <a:buChar char="∙"/>
            </a:pPr>
            <a:r>
              <a:rPr b="1" i="0" lang="en-IN" sz="1800" u="sng" cap="none" strike="noStrike">
                <a:solidFill>
                  <a:srgbClr val="000000"/>
                </a:solidFill>
                <a:latin typeface="Calibri"/>
                <a:ea typeface="Calibri"/>
                <a:cs typeface="Calibri"/>
                <a:sym typeface="Calibri"/>
              </a:rPr>
              <a:t>Login:</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User can login in his personal account using id and password.</a:t>
            </a:r>
            <a:endParaRPr b="0" i="0" sz="1800" u="none" cap="none" strike="noStrike">
              <a:latin typeface="Arial"/>
              <a:ea typeface="Arial"/>
              <a:cs typeface="Arial"/>
              <a:sym typeface="Arial"/>
            </a:endParaRPr>
          </a:p>
          <a:p>
            <a:pPr indent="-343080" lvl="0" marL="343080" marR="0" rtl="0" algn="l">
              <a:lnSpc>
                <a:spcPct val="87000"/>
              </a:lnSpc>
              <a:spcBef>
                <a:spcPts val="1001"/>
              </a:spcBef>
              <a:spcAft>
                <a:spcPts val="0"/>
              </a:spcAft>
              <a:buClr>
                <a:srgbClr val="000000"/>
              </a:buClr>
              <a:buSzPts val="1800"/>
              <a:buFont typeface="Noto Sans Symbols"/>
              <a:buChar char="∙"/>
            </a:pPr>
            <a:r>
              <a:rPr b="1" i="0" lang="en-IN" sz="1800" u="sng" cap="none" strike="noStrike">
                <a:solidFill>
                  <a:srgbClr val="000000"/>
                </a:solidFill>
                <a:latin typeface="Calibri"/>
                <a:ea typeface="Calibri"/>
                <a:cs typeface="Calibri"/>
                <a:sym typeface="Calibri"/>
              </a:rPr>
              <a:t>Profile</a:t>
            </a:r>
            <a:r>
              <a:rPr b="0" i="0" lang="en-IN" sz="1800" u="none" cap="none" strike="noStrike">
                <a:solidFill>
                  <a:srgbClr val="000000"/>
                </a:solidFill>
                <a:latin typeface="Calibri"/>
                <a:ea typeface="Calibri"/>
                <a:cs typeface="Calibri"/>
                <a:sym typeface="Calibri"/>
              </a:rPr>
              <a:t>:</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User can view and update his profile</a:t>
            </a:r>
            <a:endParaRPr b="0" i="0" sz="1800" u="none" cap="none" strike="noStrike">
              <a:latin typeface="Arial"/>
              <a:ea typeface="Arial"/>
              <a:cs typeface="Arial"/>
              <a:sym typeface="Arial"/>
            </a:endParaRPr>
          </a:p>
          <a:p>
            <a:pPr indent="-343080" lvl="0" marL="343080" marR="0" rtl="0" algn="l">
              <a:lnSpc>
                <a:spcPct val="87000"/>
              </a:lnSpc>
              <a:spcBef>
                <a:spcPts val="1001"/>
              </a:spcBef>
              <a:spcAft>
                <a:spcPts val="0"/>
              </a:spcAft>
              <a:buClr>
                <a:srgbClr val="000000"/>
              </a:buClr>
              <a:buSzPts val="1800"/>
              <a:buFont typeface="Noto Sans Symbols"/>
              <a:buChar char="∙"/>
            </a:pPr>
            <a:r>
              <a:rPr b="1" i="0" lang="en-IN" sz="1800" u="sng" cap="none" strike="noStrike">
                <a:solidFill>
                  <a:srgbClr val="000000"/>
                </a:solidFill>
                <a:latin typeface="Calibri"/>
                <a:ea typeface="Calibri"/>
                <a:cs typeface="Calibri"/>
                <a:sym typeface="Calibri"/>
              </a:rPr>
              <a:t>Change Password:</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can change the password within app</a:t>
            </a:r>
            <a:r>
              <a:rPr b="1" i="0" lang="en-IN" sz="1800" u="none" cap="none" strike="noStrike">
                <a:solidFill>
                  <a:srgbClr val="000000"/>
                </a:solidFill>
                <a:latin typeface="Calibri"/>
                <a:ea typeface="Calibri"/>
                <a:cs typeface="Calibri"/>
                <a:sym typeface="Calibri"/>
              </a:rPr>
              <a:t> </a:t>
            </a:r>
            <a:endParaRPr b="0" i="0" sz="1800" u="none" cap="none" strike="noStrike">
              <a:latin typeface="Arial"/>
              <a:ea typeface="Arial"/>
              <a:cs typeface="Arial"/>
              <a:sym typeface="Arial"/>
            </a:endParaRPr>
          </a:p>
          <a:p>
            <a:pPr indent="-343080" lvl="0" marL="343080" marR="0" rtl="0" algn="l">
              <a:lnSpc>
                <a:spcPct val="87000"/>
              </a:lnSpc>
              <a:spcBef>
                <a:spcPts val="1001"/>
              </a:spcBef>
              <a:spcAft>
                <a:spcPts val="0"/>
              </a:spcAft>
              <a:buClr>
                <a:srgbClr val="000000"/>
              </a:buClr>
              <a:buSzPts val="1800"/>
              <a:buFont typeface="Noto Sans Symbols"/>
              <a:buChar char="∙"/>
            </a:pPr>
            <a:r>
              <a:rPr b="1" i="0" lang="en-IN" sz="1800" u="sng" cap="none" strike="noStrike">
                <a:solidFill>
                  <a:srgbClr val="000000"/>
                </a:solidFill>
                <a:latin typeface="Calibri"/>
                <a:ea typeface="Calibri"/>
                <a:cs typeface="Calibri"/>
                <a:sym typeface="Calibri"/>
              </a:rPr>
              <a:t>Elections:</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Pending / Participated</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View elections</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View Candidates</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Cast Vote if not </a:t>
            </a:r>
            <a:endParaRPr b="0" i="0" sz="1800" u="none" cap="none" strike="noStrike">
              <a:latin typeface="Arial"/>
              <a:ea typeface="Arial"/>
              <a:cs typeface="Arial"/>
              <a:sym typeface="Arial"/>
            </a:endParaRPr>
          </a:p>
          <a:p>
            <a:pPr indent="-285840" lvl="1" marL="743040" marR="0" rtl="0" algn="l">
              <a:lnSpc>
                <a:spcPct val="87000"/>
              </a:lnSpc>
              <a:spcBef>
                <a:spcPts val="499"/>
              </a:spcBef>
              <a:spcAft>
                <a:spcPts val="0"/>
              </a:spcAft>
              <a:buClr>
                <a:srgbClr val="000000"/>
              </a:buClr>
              <a:buSzPts val="1800"/>
              <a:buFont typeface="Calibri"/>
              <a:buChar char="-"/>
            </a:pPr>
            <a:r>
              <a:rPr b="0" i="0" lang="en-IN" sz="1800" u="none" cap="none" strike="noStrike">
                <a:solidFill>
                  <a:srgbClr val="000000"/>
                </a:solidFill>
                <a:latin typeface="Calibri"/>
                <a:ea typeface="Calibri"/>
                <a:cs typeface="Calibri"/>
                <a:sym typeface="Calibri"/>
              </a:rPr>
              <a:t>Winner will be shown if election is complete</a:t>
            </a:r>
            <a:endParaRPr b="0" i="0" sz="1800" u="none" cap="none" strike="noStrike">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0" name="Shape 330"/>
        <p:cNvGrpSpPr/>
        <p:nvPr/>
      </p:nvGrpSpPr>
      <p:grpSpPr>
        <a:xfrm>
          <a:off x="0" y="0"/>
          <a:ext cx="0" cy="0"/>
          <a:chOff x="0" y="0"/>
          <a:chExt cx="0" cy="0"/>
        </a:xfrm>
      </p:grpSpPr>
      <p:sp>
        <p:nvSpPr>
          <p:cNvPr id="331" name="Google Shape;331;p73"/>
          <p:cNvSpPr txBox="1"/>
          <p:nvPr/>
        </p:nvSpPr>
        <p:spPr>
          <a:xfrm>
            <a:off x="685800" y="753480"/>
            <a:ext cx="10820520" cy="2802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0" i="0" lang="en-IN" sz="3200" u="none" cap="none" strike="noStrike">
                <a:solidFill>
                  <a:srgbClr val="000000"/>
                </a:solidFill>
                <a:latin typeface="Century Gothic"/>
                <a:ea typeface="Century Gothic"/>
                <a:cs typeface="Century Gothic"/>
                <a:sym typeface="Century Gothic"/>
              </a:rPr>
              <a:t>ADVANTAGES</a:t>
            </a:r>
            <a:endParaRPr b="0" i="0" sz="3200" u="none" cap="none" strike="noStrike">
              <a:latin typeface="Arial"/>
              <a:ea typeface="Arial"/>
              <a:cs typeface="Arial"/>
              <a:sym typeface="Arial"/>
            </a:endParaRPr>
          </a:p>
        </p:txBody>
      </p:sp>
      <p:sp>
        <p:nvSpPr>
          <p:cNvPr id="332" name="Google Shape;332;p73"/>
          <p:cNvSpPr txBox="1"/>
          <p:nvPr/>
        </p:nvSpPr>
        <p:spPr>
          <a:xfrm>
            <a:off x="947675" y="2741719"/>
            <a:ext cx="10130400" cy="1631400"/>
          </a:xfrm>
          <a:prstGeom prst="rect">
            <a:avLst/>
          </a:prstGeom>
          <a:noFill/>
          <a:ln>
            <a:noFill/>
          </a:ln>
        </p:spPr>
        <p:txBody>
          <a:bodyPr anchorCtr="0" anchor="ctr" bIns="45700" lIns="91425" spcFirstLastPara="1" rIns="91425" wrap="square" tIns="45700">
            <a:noAutofit/>
          </a:bodyPr>
          <a:lstStyle/>
          <a:p>
            <a:pPr indent="-275680" lvl="1" marL="743040" marR="0" rtl="0" algn="l">
              <a:lnSpc>
                <a:spcPct val="86000"/>
              </a:lnSpc>
              <a:spcBef>
                <a:spcPts val="0"/>
              </a:spcBef>
              <a:spcAft>
                <a:spcPts val="0"/>
              </a:spcAft>
              <a:buClr>
                <a:srgbClr val="000000"/>
              </a:buClr>
              <a:buSzPts val="2240"/>
              <a:buFont typeface="Noto Sans Symbols"/>
              <a:buAutoNum type="alphaLcPeriod"/>
            </a:pPr>
            <a:r>
              <a:rPr b="0" i="0" lang="en-IN" sz="2240" u="none" cap="none" strike="noStrike">
                <a:solidFill>
                  <a:srgbClr val="000000"/>
                </a:solidFill>
                <a:latin typeface="Calibri"/>
                <a:ea typeface="Calibri"/>
                <a:cs typeface="Calibri"/>
                <a:sym typeface="Calibri"/>
              </a:rPr>
              <a:t>User cannot know any information about the vote</a:t>
            </a:r>
            <a:endParaRPr b="0" i="0" sz="2240" u="none" cap="none" strike="noStrike">
              <a:latin typeface="Arial"/>
              <a:ea typeface="Arial"/>
              <a:cs typeface="Arial"/>
              <a:sym typeface="Arial"/>
            </a:endParaRPr>
          </a:p>
          <a:p>
            <a:pPr indent="-275680" lvl="1" marL="743040" marR="0" rtl="0" algn="l">
              <a:lnSpc>
                <a:spcPct val="86000"/>
              </a:lnSpc>
              <a:spcBef>
                <a:spcPts val="499"/>
              </a:spcBef>
              <a:spcAft>
                <a:spcPts val="0"/>
              </a:spcAft>
              <a:buClr>
                <a:srgbClr val="000000"/>
              </a:buClr>
              <a:buSzPts val="2240"/>
              <a:buFont typeface="Noto Sans Symbols"/>
              <a:buAutoNum type="alphaLcPeriod"/>
            </a:pPr>
            <a:r>
              <a:rPr b="0" i="0" lang="en-IN" sz="2240" u="none" cap="none" strike="noStrike">
                <a:solidFill>
                  <a:srgbClr val="000000"/>
                </a:solidFill>
                <a:latin typeface="Calibri"/>
                <a:ea typeface="Calibri"/>
                <a:cs typeface="Calibri"/>
                <a:sym typeface="Calibri"/>
              </a:rPr>
              <a:t>Votes cannot be tampered </a:t>
            </a:r>
            <a:endParaRPr b="0" i="0" sz="2240" u="none" cap="none" strike="noStrike">
              <a:latin typeface="Arial"/>
              <a:ea typeface="Arial"/>
              <a:cs typeface="Arial"/>
              <a:sym typeface="Arial"/>
            </a:endParaRPr>
          </a:p>
          <a:p>
            <a:pPr indent="-275680" lvl="1" marL="743040" marR="0" rtl="0" algn="l">
              <a:lnSpc>
                <a:spcPct val="86000"/>
              </a:lnSpc>
              <a:spcBef>
                <a:spcPts val="499"/>
              </a:spcBef>
              <a:spcAft>
                <a:spcPts val="0"/>
              </a:spcAft>
              <a:buClr>
                <a:srgbClr val="000000"/>
              </a:buClr>
              <a:buSzPts val="2240"/>
              <a:buFont typeface="Noto Sans Symbols"/>
              <a:buAutoNum type="alphaLcPeriod"/>
            </a:pPr>
            <a:r>
              <a:rPr b="0" i="0" lang="en-IN" sz="2240" u="none" cap="none" strike="noStrike">
                <a:solidFill>
                  <a:srgbClr val="000000"/>
                </a:solidFill>
                <a:latin typeface="Calibri"/>
                <a:ea typeface="Calibri"/>
                <a:cs typeface="Calibri"/>
                <a:sym typeface="Calibri"/>
              </a:rPr>
              <a:t>Blockchain is used for votes</a:t>
            </a:r>
            <a:endParaRPr b="0" i="0" sz="2240" u="none" cap="none" strike="noStrike">
              <a:latin typeface="Arial"/>
              <a:ea typeface="Arial"/>
              <a:cs typeface="Arial"/>
              <a:sym typeface="Arial"/>
            </a:endParaRPr>
          </a:p>
          <a:p>
            <a:pPr indent="0" lvl="0" marL="0" marR="0" rtl="0" algn="l">
              <a:lnSpc>
                <a:spcPct val="70000"/>
              </a:lnSpc>
              <a:spcBef>
                <a:spcPts val="1800"/>
              </a:spcBef>
              <a:spcAft>
                <a:spcPts val="0"/>
              </a:spcAft>
              <a:buNone/>
            </a:pPr>
            <a:r>
              <a:rPr b="0" i="0" lang="en-IN" sz="1860" u="none" cap="none" strike="noStrike">
                <a:solidFill>
                  <a:srgbClr val="000000"/>
                </a:solidFill>
                <a:latin typeface="Century Gothic"/>
                <a:ea typeface="Century Gothic"/>
                <a:cs typeface="Century Gothic"/>
                <a:sym typeface="Century Gothic"/>
              </a:rPr>
              <a:t> </a:t>
            </a:r>
            <a:endParaRPr b="0" i="0" sz="1860" u="none" cap="none" strike="noStrike">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6" name="Shape 336"/>
        <p:cNvGrpSpPr/>
        <p:nvPr/>
      </p:nvGrpSpPr>
      <p:grpSpPr>
        <a:xfrm>
          <a:off x="0" y="0"/>
          <a:ext cx="0" cy="0"/>
          <a:chOff x="0" y="0"/>
          <a:chExt cx="0" cy="0"/>
        </a:xfrm>
      </p:grpSpPr>
      <p:sp>
        <p:nvSpPr>
          <p:cNvPr id="337" name="Google Shape;337;p74"/>
          <p:cNvSpPr txBox="1"/>
          <p:nvPr/>
        </p:nvSpPr>
        <p:spPr>
          <a:xfrm>
            <a:off x="685788" y="138380"/>
            <a:ext cx="10820400" cy="2802000"/>
          </a:xfrm>
          <a:prstGeom prst="rect">
            <a:avLst/>
          </a:prstGeom>
          <a:noFill/>
          <a:ln>
            <a:noFill/>
          </a:ln>
        </p:spPr>
        <p:txBody>
          <a:bodyPr anchorCtr="0" anchor="b" bIns="45700" lIns="91425" spcFirstLastPara="1" rIns="91425" wrap="square" tIns="45700">
            <a:normAutofit/>
          </a:bodyPr>
          <a:lstStyle/>
          <a:p>
            <a:pPr indent="0" lvl="0" marL="0" marR="0" rtl="0" algn="r">
              <a:lnSpc>
                <a:spcPct val="90000"/>
              </a:lnSpc>
              <a:spcBef>
                <a:spcPts val="0"/>
              </a:spcBef>
              <a:spcAft>
                <a:spcPts val="0"/>
              </a:spcAft>
              <a:buNone/>
            </a:pPr>
            <a:r>
              <a:rPr b="0" i="0" lang="en-IN" sz="4000" u="none" cap="none" strike="noStrike">
                <a:solidFill>
                  <a:srgbClr val="000000"/>
                </a:solidFill>
                <a:latin typeface="Century Gothic"/>
                <a:ea typeface="Century Gothic"/>
                <a:cs typeface="Century Gothic"/>
                <a:sym typeface="Century Gothic"/>
              </a:rPr>
              <a:t>APPLICATIONS</a:t>
            </a:r>
            <a:endParaRPr b="0" i="0" sz="4000" u="none" cap="none" strike="noStrike">
              <a:latin typeface="Arial"/>
              <a:ea typeface="Arial"/>
              <a:cs typeface="Arial"/>
              <a:sym typeface="Arial"/>
            </a:endParaRPr>
          </a:p>
        </p:txBody>
      </p:sp>
      <p:sp>
        <p:nvSpPr>
          <p:cNvPr id="338" name="Google Shape;338;p74"/>
          <p:cNvSpPr txBox="1"/>
          <p:nvPr/>
        </p:nvSpPr>
        <p:spPr>
          <a:xfrm>
            <a:off x="1016110" y="3318835"/>
            <a:ext cx="10490100" cy="955800"/>
          </a:xfrm>
          <a:prstGeom prst="rect">
            <a:avLst/>
          </a:prstGeom>
          <a:noFill/>
          <a:ln>
            <a:noFill/>
          </a:ln>
        </p:spPr>
        <p:txBody>
          <a:bodyPr anchorCtr="0" anchor="t" bIns="45700" lIns="91425" spcFirstLastPara="1" rIns="91425" wrap="square" tIns="45700">
            <a:noAutofit/>
          </a:bodyPr>
          <a:lstStyle/>
          <a:p>
            <a:pPr indent="-332920" lvl="0" marL="343080" marR="0" rtl="0" algn="r">
              <a:lnSpc>
                <a:spcPct val="86000"/>
              </a:lnSpc>
              <a:spcBef>
                <a:spcPts val="0"/>
              </a:spcBef>
              <a:spcAft>
                <a:spcPts val="0"/>
              </a:spcAft>
              <a:buClr>
                <a:srgbClr val="000000"/>
              </a:buClr>
              <a:buSzPts val="2240"/>
              <a:buFont typeface="Noto Sans Symbols"/>
              <a:buAutoNum type="arabicParenR"/>
            </a:pPr>
            <a:r>
              <a:rPr b="0" i="0" lang="en-IN" sz="2240" u="none" cap="none" strike="noStrike">
                <a:solidFill>
                  <a:srgbClr val="000000"/>
                </a:solidFill>
                <a:latin typeface="Calibri"/>
                <a:ea typeface="Calibri"/>
                <a:cs typeface="Calibri"/>
                <a:sym typeface="Calibri"/>
              </a:rPr>
              <a:t>This System can be used by any institution or body which wants to use a Voting system.</a:t>
            </a:r>
            <a:endParaRPr b="0" i="0" sz="2240" u="none" cap="none" strike="noStrike">
              <a:latin typeface="Arial"/>
              <a:ea typeface="Arial"/>
              <a:cs typeface="Arial"/>
              <a:sym typeface="Arial"/>
            </a:endParaRPr>
          </a:p>
          <a:p>
            <a:pPr indent="0" lvl="0" marL="0" marR="0" rtl="0" algn="r">
              <a:lnSpc>
                <a:spcPct val="86000"/>
              </a:lnSpc>
              <a:spcBef>
                <a:spcPts val="1800"/>
              </a:spcBef>
              <a:spcAft>
                <a:spcPts val="0"/>
              </a:spcAft>
              <a:buNone/>
            </a:pPr>
            <a:r>
              <a:rPr b="0" i="0" lang="en-IN" sz="1954" u="none" cap="none" strike="noStrike">
                <a:solidFill>
                  <a:srgbClr val="898989"/>
                </a:solidFill>
                <a:latin typeface="Calibri"/>
                <a:ea typeface="Calibri"/>
                <a:cs typeface="Calibri"/>
                <a:sym typeface="Calibri"/>
              </a:rPr>
              <a:t> </a:t>
            </a:r>
            <a:endParaRPr b="0" i="0" sz="1954" u="none" cap="none" strike="noStrike">
              <a:latin typeface="Arial"/>
              <a:ea typeface="Arial"/>
              <a:cs typeface="Arial"/>
              <a:sym typeface="Arial"/>
            </a:endParaRPr>
          </a:p>
          <a:p>
            <a:pPr indent="0" lvl="0" marL="0" marR="0" rtl="0" algn="r">
              <a:lnSpc>
                <a:spcPct val="70000"/>
              </a:lnSpc>
              <a:spcBef>
                <a:spcPts val="1800"/>
              </a:spcBef>
              <a:spcAft>
                <a:spcPts val="0"/>
              </a:spcAft>
              <a:buNone/>
            </a:pPr>
            <a:r>
              <a:rPr b="0" i="0" lang="en-IN" sz="2145" u="none" cap="none" strike="noStrike">
                <a:solidFill>
                  <a:srgbClr val="898989"/>
                </a:solidFill>
                <a:latin typeface="Century Gothic"/>
                <a:ea typeface="Century Gothic"/>
                <a:cs typeface="Century Gothic"/>
                <a:sym typeface="Century Gothic"/>
              </a:rPr>
              <a:t> </a:t>
            </a:r>
            <a:endParaRPr b="0" i="0" sz="2145" u="none" cap="none" strike="noStrike">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2" name="Shape 342"/>
        <p:cNvGrpSpPr/>
        <p:nvPr/>
      </p:nvGrpSpPr>
      <p:grpSpPr>
        <a:xfrm>
          <a:off x="0" y="0"/>
          <a:ext cx="0" cy="0"/>
          <a:chOff x="0" y="0"/>
          <a:chExt cx="0" cy="0"/>
        </a:xfrm>
      </p:grpSpPr>
      <p:sp>
        <p:nvSpPr>
          <p:cNvPr id="343" name="Google Shape;343;p75"/>
          <p:cNvSpPr txBox="1"/>
          <p:nvPr/>
        </p:nvSpPr>
        <p:spPr>
          <a:xfrm>
            <a:off x="1371600" y="1803240"/>
            <a:ext cx="9448920" cy="18252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0" i="0" lang="en-IN" sz="6000" u="none" cap="none" strike="noStrike">
                <a:solidFill>
                  <a:schemeClr val="lt1"/>
                </a:solidFill>
                <a:latin typeface="Century Gothic"/>
                <a:ea typeface="Century Gothic"/>
                <a:cs typeface="Century Gothic"/>
                <a:sym typeface="Century Gothic"/>
              </a:rPr>
              <a:t>THANK YOU!!</a:t>
            </a:r>
            <a:endParaRPr b="0" i="0" sz="60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flip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